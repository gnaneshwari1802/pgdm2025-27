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Materials Used (Boutique Fashion)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Primary fabrics: cotton, silk, chiffon, georgette, rayon (balance of comfort + premium look)</a:t>
            </a:r>
          </a:p>
          <a:p>
            <a:pPr/>
            <a:r>
              <a:t>Trims &amp; accessories: threads, zippers, buttons, embroidery materials</a:t>
            </a:r>
          </a:p>
          <a:p>
            <a:pPr/>
            <a:r>
              <a:t>Sustainable options: organic cotton, low-impact dyes (for eco-conscious buyers)</a:t>
            </a:r>
          </a:p>
          <a:p>
            <a:pPr/>
            <a:r>
              <a:t>Sourcing: local textile markets + verified fabric suppliers to control quality &amp; cost</a:t>
            </a:r>
          </a:p>
          <a:p>
            <a:pPr/>
            <a:r>
              <a:t>Why this mix: quality feel, affordability, customization flexibility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Economics (Per Outfit 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Fabric &amp; trims: ₹900 – ₹1,500</a:t>
            </a:r>
          </a:p>
          <a:p>
            <a:pPr/>
            <a:r>
              <a:t>Tailoring &amp; labor: ₹700 – ₹1,200</a:t>
            </a:r>
          </a:p>
          <a:p>
            <a:pPr/>
            <a:r>
              <a:t>Packaging &amp; logistics: ₹150 – ₹300</a:t>
            </a:r>
          </a:p>
          <a:p>
            <a:pPr/>
            <a:r>
              <a:t>Marketing &amp; platform cost per order: ₹200 – ₹400</a:t>
            </a:r>
          </a:p>
          <a:p>
            <a:pPr/>
            <a:r>
              <a:t>Total cost per unit: ~₹2,000 – ₹3,400</a:t>
            </a:r>
          </a:p>
          <a:p>
            <a:pPr/>
            <a:r>
              <a:t>Avg selling price: ₹4,500 – ₹7,000</a:t>
            </a:r>
          </a:p>
          <a:p>
            <a:pPr/>
            <a:r>
              <a:t>Gross margin: ~40% – 55%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Experience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Early traction via local outreach and social media</a:t>
            </a:r>
          </a:p>
          <a:p>
            <a:pPr/>
            <a:r>
              <a:t>Strong demand for customized ethnic + fusion wear</a:t>
            </a:r>
          </a:p>
          <a:p>
            <a:pPr/>
            <a:r>
              <a:t>High repeat customers and referrals from satisfied clients</a:t>
            </a:r>
          </a:p>
          <a:p>
            <a:pPr/>
            <a:r>
              <a:t>Customer feedback validates fit, quality, and design differentiation</a:t>
            </a:r>
          </a:p>
          <a:p>
            <a:pPr/>
            <a:r>
              <a:t>Insights used to refine designs, pricing, and delivery timelines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Model: In-house + Outsourcing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Design &amp; quality control: in-house (maintain brand identity)</a:t>
            </a:r>
          </a:p>
          <a:p>
            <a:pPr/>
            <a:r>
              <a:t>Tailoring: mix of in-house tailors + outsourced boutique partners</a:t>
            </a:r>
          </a:p>
          <a:p>
            <a:pPr/>
            <a:r>
              <a:t>Embroidery &amp; special work: specialized artisans on contract basis</a:t>
            </a:r>
          </a:p>
          <a:p>
            <a:pPr/>
            <a:r>
              <a:t>Fabric sourcing: bulk purchase from wholesalers to reduce cost</a:t>
            </a:r>
          </a:p>
          <a:p>
            <a:pPr/>
            <a:r>
              <a:t>Scalable model: outsource peak demand to manage seasonality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Supply Chain &amp; Fulfillment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Order received via online platform or consultation</a:t>
            </a:r>
          </a:p>
          <a:p>
            <a:pPr/>
            <a:r>
              <a:t>Design finalized &amp; measurements confirmed digitally</a:t>
            </a:r>
          </a:p>
          <a:p>
            <a:pPr/>
            <a:r>
              <a:t>Production cycle: 5–10 days for standard customization</a:t>
            </a:r>
          </a:p>
          <a:p>
            <a:pPr/>
            <a:r>
              <a:t>Quality check before dispatch</a:t>
            </a:r>
          </a:p>
          <a:p>
            <a:pPr/>
            <a:r>
              <a:t>Last-mile delivery via logistics partners</a:t>
            </a:r>
          </a:p>
          <a:p>
            <a:pPr/>
            <a:r>
              <a:t>Goal: fast turnaround without compromising craftsmanship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Optimization &amp;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Bulk fabric procurement to reduce per-unit cost</a:t>
            </a:r>
          </a:p>
          <a:p>
            <a:pPr/>
            <a:r>
              <a:t>Standardized base designs with customizable elements</a:t>
            </a:r>
          </a:p>
          <a:p>
            <a:pPr/>
            <a:r>
              <a:t>Long-term contracts with tailors to stabilize labor costs</a:t>
            </a:r>
          </a:p>
          <a:p>
            <a:pPr/>
            <a:r>
              <a:t>Tech platform to reduce manual coordination costs</a:t>
            </a:r>
          </a:p>
          <a:p>
            <a:pPr/>
            <a:r>
              <a:t>Scalable outsourcing network for festive/peak seasons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