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team and roles briefly.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06699"/>
                </a:solidFill>
              </a:rPr>
              <a:t>Production &amp; Operations Management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282828"/>
                </a:solidFill>
              </a:rPr>
              <a:t>Inventory Optimization at Sri Mohan Jewellers (Top-Grade Presentation)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6699"/>
                </a:solidFill>
              </a:rPr>
              <a:t>Project 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743200" cy="914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282828"/>
                </a:solidFill>
              </a:rPr>
              <a:t>N. Meghana (PGEN25021)</a:t>
            </a:r>
          </a:p>
          <a:p>
            <a:r>
              <a:rPr sz="2000">
                <a:solidFill>
                  <a:srgbClr val="282828"/>
                </a:solidFill>
              </a:rPr>
              <a:t>M. Gnaneshwari (PGBA25002)</a:t>
            </a:r>
          </a:p>
          <a:p>
            <a:r>
              <a:rPr sz="2000">
                <a:solidFill>
                  <a:srgbClr val="282828"/>
                </a:solidFill>
              </a:rPr>
              <a:t>M. Bhumika (PGEN25005)</a:t>
            </a:r>
          </a:p>
          <a:p>
            <a:r>
              <a:rPr sz="2000">
                <a:solidFill>
                  <a:srgbClr val="282828"/>
                </a:solidFill>
              </a:rPr>
              <a:t>T. Venkata Sri Shreya (PGEN25011)</a:t>
            </a:r>
          </a:p>
          <a:p>
            <a:r>
              <a:rPr sz="2000">
                <a:solidFill>
                  <a:srgbClr val="282828"/>
                </a:solidFill>
              </a:rPr>
              <a:t>Faculty Guide: Dr. Pradeep Kumar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6699"/>
                </a:solidFill>
              </a:rPr>
              <a:t>Industry Background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743200" cy="914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282828"/>
                </a:solidFill>
              </a:rPr>
              <a:t>Retail jewellery industry is highly competitive and price-sensitive</a:t>
            </a:r>
          </a:p>
          <a:p>
            <a:r>
              <a:rPr sz="2000">
                <a:solidFill>
                  <a:srgbClr val="282828"/>
                </a:solidFill>
              </a:rPr>
              <a:t>Trust, purity, and design variety are key success factors</a:t>
            </a:r>
          </a:p>
          <a:p>
            <a:r>
              <a:rPr sz="2000">
                <a:solidFill>
                  <a:srgbClr val="282828"/>
                </a:solidFill>
              </a:rPr>
              <a:t>Demand peaks during festivals and wedding seasons</a:t>
            </a:r>
          </a:p>
          <a:p>
            <a:r>
              <a:rPr sz="2000">
                <a:solidFill>
                  <a:srgbClr val="282828"/>
                </a:solidFill>
              </a:rPr>
              <a:t>Inventory planning is critical for profitability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6699"/>
                </a:solidFill>
              </a:rPr>
              <a:t>Company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743200" cy="914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282828"/>
                </a:solidFill>
              </a:rPr>
              <a:t>Sri Mohan Jewellers – gold and diamond ornaments retailer</a:t>
            </a:r>
          </a:p>
          <a:p>
            <a:r>
              <a:rPr sz="2000">
                <a:solidFill>
                  <a:srgbClr val="282828"/>
                </a:solidFill>
              </a:rPr>
              <a:t>Traditional and modern jewellery collections</a:t>
            </a:r>
          </a:p>
          <a:p>
            <a:r>
              <a:rPr sz="2000">
                <a:solidFill>
                  <a:srgbClr val="282828"/>
                </a:solidFill>
              </a:rPr>
              <a:t>Operations: procurement, artisan manufacturing, inventory storage, retail sales</a:t>
            </a:r>
          </a:p>
          <a:p>
            <a:r>
              <a:rPr sz="2000">
                <a:solidFill>
                  <a:srgbClr val="282828"/>
                </a:solidFill>
              </a:rPr>
              <a:t>Focus on customer satisfaction and quality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6699"/>
                </a:solidFill>
              </a:rP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743200" cy="914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282828"/>
                </a:solidFill>
              </a:rPr>
              <a:t>High inventory holding costs</a:t>
            </a:r>
          </a:p>
          <a:p>
            <a:r>
              <a:rPr sz="2000">
                <a:solidFill>
                  <a:srgbClr val="282828"/>
                </a:solidFill>
              </a:rPr>
              <a:t>Delays in customized jewellery delivery</a:t>
            </a:r>
          </a:p>
          <a:p>
            <a:r>
              <a:rPr sz="2000">
                <a:solidFill>
                  <a:srgbClr val="282828"/>
                </a:solidFill>
              </a:rPr>
              <a:t>Excess stock in low-demand periods</a:t>
            </a:r>
          </a:p>
          <a:p>
            <a:r>
              <a:rPr sz="2000">
                <a:solidFill>
                  <a:srgbClr val="282828"/>
                </a:solidFill>
              </a:rPr>
              <a:t>Stock shortages during peak seasons</a:t>
            </a:r>
          </a:p>
          <a:p>
            <a:r>
              <a:rPr sz="2000">
                <a:solidFill>
                  <a:srgbClr val="282828"/>
                </a:solidFill>
              </a:rPr>
              <a:t>Gold price fluctuations complicate procurement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6699"/>
                </a:solidFill>
              </a:rPr>
              <a:t>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743200" cy="914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282828"/>
                </a:solidFill>
              </a:rPr>
              <a:t>Improve inventory control</a:t>
            </a:r>
          </a:p>
          <a:p>
            <a:r>
              <a:rPr sz="2000">
                <a:solidFill>
                  <a:srgbClr val="282828"/>
                </a:solidFill>
              </a:rPr>
              <a:t>Reduce holding cost</a:t>
            </a:r>
          </a:p>
          <a:p>
            <a:r>
              <a:rPr sz="2000">
                <a:solidFill>
                  <a:srgbClr val="282828"/>
                </a:solidFill>
              </a:rPr>
              <a:t>Enhance production scheduling</a:t>
            </a:r>
          </a:p>
          <a:p>
            <a:r>
              <a:rPr sz="2000">
                <a:solidFill>
                  <a:srgbClr val="282828"/>
                </a:solidFill>
              </a:rPr>
              <a:t>Improve customer delivery performance</a:t>
            </a:r>
          </a:p>
          <a:p>
            <a:r>
              <a:rPr sz="2000">
                <a:solidFill>
                  <a:srgbClr val="282828"/>
                </a:solidFill>
              </a:rPr>
              <a:t>Enable data-driven decision making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6699"/>
                </a:solidFill>
              </a:rPr>
              <a:t>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743200" cy="914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282828"/>
                </a:solidFill>
              </a:rPr>
              <a:t>Economic Order Quantity (EOQ) model</a:t>
            </a:r>
          </a:p>
          <a:p>
            <a:r>
              <a:rPr sz="2000">
                <a:solidFill>
                  <a:srgbClr val="282828"/>
                </a:solidFill>
              </a:rPr>
              <a:t>ABC inventory analysis</a:t>
            </a:r>
          </a:p>
          <a:p>
            <a:r>
              <a:rPr sz="2000">
                <a:solidFill>
                  <a:srgbClr val="282828"/>
                </a:solidFill>
              </a:rPr>
              <a:t>Primary data collection</a:t>
            </a:r>
          </a:p>
          <a:p>
            <a:r>
              <a:rPr sz="2000">
                <a:solidFill>
                  <a:srgbClr val="282828"/>
                </a:solidFill>
              </a:rPr>
              <a:t>Demand, lead time, stock level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6699"/>
                </a:solidFill>
              </a:rPr>
              <a:t>Data Collection &amp; Organization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743200" cy="914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282828"/>
                </a:solidFill>
              </a:rPr>
              <a:t>Inventory records review</a:t>
            </a:r>
          </a:p>
          <a:p>
            <a:r>
              <a:rPr sz="2000">
                <a:solidFill>
                  <a:srgbClr val="282828"/>
                </a:solidFill>
              </a:rPr>
              <a:t>Demand pattern analysis</a:t>
            </a:r>
          </a:p>
          <a:p>
            <a:r>
              <a:rPr sz="2000">
                <a:solidFill>
                  <a:srgbClr val="282828"/>
                </a:solidFill>
              </a:rPr>
              <a:t>Lead time tracking</a:t>
            </a:r>
          </a:p>
          <a:p>
            <a:r>
              <a:rPr sz="2000">
                <a:solidFill>
                  <a:srgbClr val="282828"/>
                </a:solidFill>
              </a:rPr>
              <a:t>Data cleaning and structuring</a:t>
            </a:r>
          </a:p>
          <a:p>
            <a:r>
              <a:rPr sz="2000">
                <a:solidFill>
                  <a:srgbClr val="282828"/>
                </a:solidFill>
              </a:rPr>
              <a:t>Validation of analytical techniques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6699"/>
                </a:solidFill>
              </a:rPr>
              <a:t>Analysis &amp;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743200" cy="914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282828"/>
                </a:solidFill>
              </a:rPr>
              <a:t>EOQ calculations for optimal order size</a:t>
            </a:r>
          </a:p>
          <a:p>
            <a:r>
              <a:rPr sz="2000">
                <a:solidFill>
                  <a:srgbClr val="282828"/>
                </a:solidFill>
              </a:rPr>
              <a:t>ABC classification for prioritization</a:t>
            </a:r>
          </a:p>
          <a:p>
            <a:r>
              <a:rPr sz="2000">
                <a:solidFill>
                  <a:srgbClr val="282828"/>
                </a:solidFill>
              </a:rPr>
              <a:t>Identification of cost-saving opportunities</a:t>
            </a:r>
          </a:p>
          <a:p>
            <a:r>
              <a:rPr sz="2000">
                <a:solidFill>
                  <a:srgbClr val="282828"/>
                </a:solidFill>
              </a:rPr>
              <a:t>Improved inventory strategy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6699"/>
                </a:solidFill>
              </a:rPr>
              <a:t>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743200" cy="914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282828"/>
                </a:solidFill>
              </a:rPr>
              <a:t>Implement EOQ-based ordering</a:t>
            </a:r>
          </a:p>
          <a:p>
            <a:r>
              <a:rPr sz="2000">
                <a:solidFill>
                  <a:srgbClr val="282828"/>
                </a:solidFill>
              </a:rPr>
              <a:t>Monitor A-category items closely</a:t>
            </a:r>
          </a:p>
          <a:p>
            <a:r>
              <a:rPr sz="2000">
                <a:solidFill>
                  <a:srgbClr val="282828"/>
                </a:solidFill>
              </a:rPr>
              <a:t>Align procurement with seasonal demand</a:t>
            </a:r>
          </a:p>
          <a:p>
            <a:r>
              <a:rPr sz="2000">
                <a:solidFill>
                  <a:srgbClr val="282828"/>
                </a:solidFill>
              </a:rPr>
              <a:t>Improve forecasting methods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6699"/>
                </a:solidFill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743200" cy="914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282828"/>
                </a:solidFill>
              </a:rPr>
              <a:t>Efficient inventory management reduces cost</a:t>
            </a:r>
          </a:p>
          <a:p>
            <a:r>
              <a:rPr sz="2000">
                <a:solidFill>
                  <a:srgbClr val="282828"/>
                </a:solidFill>
              </a:rPr>
              <a:t>Structured planning minimizes delays</a:t>
            </a:r>
          </a:p>
          <a:p>
            <a:r>
              <a:rPr sz="2000">
                <a:solidFill>
                  <a:srgbClr val="282828"/>
                </a:solidFill>
              </a:rPr>
              <a:t>Data-driven operations improve performance</a:t>
            </a:r>
          </a:p>
          <a:p>
            <a:r>
              <a:rPr sz="2000">
                <a:solidFill>
                  <a:srgbClr val="282828"/>
                </a:solidFill>
              </a:rPr>
              <a:t>Scalable model for retail jewellery sector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6699"/>
                </a:solidFill>
              </a:rP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743200" cy="914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282828"/>
                </a:solidFill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