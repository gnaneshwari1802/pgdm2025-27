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Production and Operations Management</a:t>
            </a:r>
          </a:p>
          <a:p>
            <a:r>
              <a:t>Project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Industry: Retail Jeweller’s Store</a:t>
            </a:r>
          </a:p>
          <a:p>
            <a:r>
              <a:t>Firm Selected: Sri Mohan Jewelers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Submitted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N. Meghana (PGEN25021)</a:t>
            </a:r>
          </a:p>
          <a:p>
            <a:r>
              <a:t>M. Gnaneshwari (PGBA25002)</a:t>
            </a:r>
          </a:p>
          <a:p>
            <a:r>
              <a:t>M. Bhumika (PGEN25005)</a:t>
            </a:r>
          </a:p>
          <a:p>
            <a:r>
              <a:t>T. Venkata Sri Shreya (PGEN25011)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Sri Mohan Jewellers is a retail jewellery store dealing in gold and diamond ornaments.</a:t>
            </a:r>
          </a:p>
          <a:p>
            <a:r>
              <a:t>Highly competitive and price-sensitive market.</a:t>
            </a:r>
          </a:p>
          <a:p>
            <a:r>
              <a:t>Key factors: Trust, purity, design variety.</a:t>
            </a:r>
          </a:p>
          <a:p>
            <a:r>
              <a:t>Operations include procurement, manufacturing, inventory storage, and retail sales.</a:t>
            </a:r>
          </a:p>
          <a:p>
            <a:r>
              <a:t>Seasonal demand peaks during festivals and weddings.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Problem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inventory holding cost.</a:t>
            </a:r>
          </a:p>
          <a:p>
            <a:r>
              <a:t>Frequent delays in customized jewellery delivery.</a:t>
            </a:r>
          </a:p>
          <a:p>
            <a:r>
              <a:t>Excess stock during low-demand periods.</a:t>
            </a:r>
          </a:p>
          <a:p>
            <a:r>
              <a:t>Stock shortages during peak seasons.</a:t>
            </a:r>
          </a:p>
          <a:p>
            <a:r>
              <a:t>Fluctuating gold prices complicate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 inventory management techniques:</a:t>
            </a:r>
          </a:p>
          <a:p>
            <a:r>
              <a:t>- EOQ (Economic Order Quantity)</a:t>
            </a:r>
          </a:p>
          <a:p>
            <a:r>
              <a:t>- ABC Analysis</a:t>
            </a:r>
          </a:p>
          <a:p>
            <a:r>
              <a:t>Collect primary data on demand, lead time, stock levels, and holding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Gather primary data from Sri Mohan Jewellers.</a:t>
            </a:r>
          </a:p>
          <a:p>
            <a:r>
              <a:t>Demand patterns, lead times, inventory levels.</a:t>
            </a:r>
          </a:p>
          <a:p>
            <a:r>
              <a:t>Holding cost and procurement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Organization &amp; Technique Confirmation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Organize collected data.</a:t>
            </a:r>
          </a:p>
          <a:p>
            <a:r>
              <a:t>Validate selected analytical techniques.</a:t>
            </a:r>
          </a:p>
          <a:p>
            <a:r>
              <a:t>Prepare dataset for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Analysis, Calculations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EOQ calculations.</a:t>
            </a:r>
          </a:p>
          <a:p>
            <a:r>
              <a:t>Conduct ABC analysis.</a:t>
            </a:r>
          </a:p>
          <a:p>
            <a:r>
              <a:t>Interpret findings to improve inventory control and production scheduling.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Preparation &amp;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Compile results into structured report.</a:t>
            </a:r>
          </a:p>
          <a:p>
            <a:r>
              <a:t>Present findings and operational recommendations.</a:t>
            </a:r>
          </a:p>
          <a:p>
            <a:r>
              <a:t>Submit as part of PGDM academic curriculum.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