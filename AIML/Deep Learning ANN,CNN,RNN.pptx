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17F33-3C3D-E38E-DFA9-87CCDFA644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E6ED06-F38B-3DAD-4AA5-701022E8D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77940-FDE6-36F1-2684-844A7742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07BFB-C913-42A0-93CF-B53E02F7296E}" type="datetimeFigureOut">
              <a:rPr lang="en-IN" smtClean="0"/>
              <a:t>26-03-2024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E80EE-3233-D8BA-9BE5-B9E94951E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BEE17-480B-67E6-2441-718EC8929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4F3B-0343-4600-A49D-8E18EEF75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313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4EDA7-994E-7F9E-37AC-CDE4D7CC2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EA523-E921-3A88-B9FD-461042D3D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372D2-F1DC-6F73-842D-23E9A0BAC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07BFB-C913-42A0-93CF-B53E02F7296E}" type="datetimeFigureOut">
              <a:rPr lang="en-IN" smtClean="0"/>
              <a:t>26-03-2024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79700-1535-6E6D-C9D0-6C24D7034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2FF85-594A-880E-7401-38B737369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4F3B-0343-4600-A49D-8E18EEF75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078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2CB3C-8B0C-E738-0E64-3FBE76D28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438C8-8A31-537C-B426-B5A52AB02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95C40-E741-BCF2-96B8-D75C64876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07BFB-C913-42A0-93CF-B53E02F7296E}" type="datetimeFigureOut">
              <a:rPr lang="en-IN" smtClean="0"/>
              <a:t>26-03-2024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C7345-07F3-E7A3-693D-5143FC711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57EF7-2F4E-9899-44BB-F8FBA4060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4F3B-0343-4600-A49D-8E18EEF75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392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D037B-3751-5AD8-FA7A-610A09171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90037-C9E6-B760-5795-3B51B0C28A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0888E4-9094-6349-4433-7C0526998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2E5BE-25E0-D61B-0FD2-8D189ACB1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07BFB-C913-42A0-93CF-B53E02F7296E}" type="datetimeFigureOut">
              <a:rPr lang="en-IN" smtClean="0"/>
              <a:t>26-03-2024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FDCD4-C6D4-4E19-CD1D-9F0FA4662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9E382-7609-BE92-8EE6-C28B64422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4F3B-0343-4600-A49D-8E18EEF75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718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EE95-F660-B8DF-DBE2-8633BE72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89A25-D130-3EE9-9248-F851E95F1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3DCAAD-56AB-F649-5E01-3F1E5CAAE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2B7541-F36D-8376-CE29-09D8D5712E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13EDAE-7A78-6F7B-9707-DBED158611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5A9D51-6DEF-00B0-4137-547B18FF4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07BFB-C913-42A0-93CF-B53E02F7296E}" type="datetimeFigureOut">
              <a:rPr lang="en-IN" smtClean="0"/>
              <a:t>26-03-2024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06F7FD-8BF5-540F-7323-AF281192D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34B15F-5AB0-351D-32E2-89151609C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4F3B-0343-4600-A49D-8E18EEF75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793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4EEE3-8FD6-55B0-19AB-D92BC1442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300C3-05C0-1D07-7C6A-806EF3CEA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07BFB-C913-42A0-93CF-B53E02F7296E}" type="datetimeFigureOut">
              <a:rPr lang="en-IN" smtClean="0"/>
              <a:t>26-03-2024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92195D-DEF5-50D8-D835-6DF217C2A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9282D-50DE-4BC7-43DF-0FF3CF8E4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4F3B-0343-4600-A49D-8E18EEF75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37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E13C9A-7E14-6B68-47C4-D4EBABA9B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07BFB-C913-42A0-93CF-B53E02F7296E}" type="datetimeFigureOut">
              <a:rPr lang="en-IN" smtClean="0"/>
              <a:t>26-03-2024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5EB654-3F65-50F7-43D5-79B253991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9D2A5-AE60-6D01-06C4-49615C0D9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4F3B-0343-4600-A49D-8E18EEF75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773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90770-2F6F-0487-5282-A35CAAB6A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D8A69-529A-D265-4B65-77FAA8FFC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314894-B5FA-E7B5-BFA0-6873A1186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E478E3-CE6A-1EEE-2C59-4D8D151C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07BFB-C913-42A0-93CF-B53E02F7296E}" type="datetimeFigureOut">
              <a:rPr lang="en-IN" smtClean="0"/>
              <a:t>26-03-2024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C26A4-0971-C854-9B48-2FE193C7E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38BD1-0279-567B-E6B4-C95AD0767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4F3B-0343-4600-A49D-8E18EEF75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94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C6B90-3EAC-E41E-6FA9-EE2CF4C8F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EAB5D0-27FA-C51C-CFCB-5B88C38EBB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05875A-3961-2837-B559-E8D3D7D77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D285D-C8D3-18F3-CC08-8F8420EE4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07BFB-C913-42A0-93CF-B53E02F7296E}" type="datetimeFigureOut">
              <a:rPr lang="en-IN" smtClean="0"/>
              <a:t>26-03-2024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175E0-C0D2-C07F-1235-77512BBE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652779-9126-2281-071D-4AA4C5640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4F3B-0343-4600-A49D-8E18EEF75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410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ABD31-E35A-740E-BDE5-8F8CEBE27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D74E9B-DC81-1F27-5083-4F695BE0D3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EC3F9-C3E2-864A-F291-4DC25D815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07BFB-C913-42A0-93CF-B53E02F7296E}" type="datetimeFigureOut">
              <a:rPr lang="en-IN" smtClean="0"/>
              <a:t>26-03-2024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423AE-6BF6-9DA1-AD47-290684143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B6883-454B-7C15-D869-E21CD9D5F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4F3B-0343-4600-A49D-8E18EEF75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010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E67521-BBAE-1227-6E79-FFBB27CC50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89353C-1F8E-F796-76B6-3B7ADB7BE1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E323F-0D8A-F3FA-600C-201D0184F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07BFB-C913-42A0-93CF-B53E02F7296E}" type="datetimeFigureOut">
              <a:rPr lang="en-IN" smtClean="0"/>
              <a:t>26-03-2024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F240A-0C54-1576-55C8-D311A94F1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6F009-77B5-69E8-17B0-7277E8487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4F3B-0343-4600-A49D-8E18EEF75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620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F0ED92-848C-D810-4148-04E2382B7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5C6B8F-167D-AEDF-BB19-6B64CF9B9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A825-7C44-B381-3283-9645F37B6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F07BFB-C913-42A0-93CF-B53E02F7296E}" type="datetimeFigureOut">
              <a:rPr lang="en-IN" smtClean="0"/>
              <a:t>26-03-2024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49D88-4FA2-1BD4-8B0B-51737A26FA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5A38F-641E-7583-20FA-34487A1E15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04F3B-0343-4600-A49D-8E18EEF75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499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98724-DBCB-5378-6D16-8442E72527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30CCA2-5B1D-F343-9BDE-E23F239D7C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0B4E39-F47B-8AD5-7CC0-B51EF1D9F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40540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492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4FB90-301C-C037-E637-BB711C2CB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80038-6609-CA2E-172B-0E0B61B88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337101-298A-5E85-1AA4-B821B25D8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359" y="2119844"/>
            <a:ext cx="7344800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219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5257D-2401-7D66-662B-346BAC974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A641B-D23C-2C60-163B-7D7673737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F83752-01E1-5386-CBD3-03BC1C523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441" y="842601"/>
            <a:ext cx="8183117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407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BC1A-ABA8-210C-195A-265F0BF19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CA33C-E83E-9BC5-B883-86AB802DA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500358-C37C-3A51-EB27-4914D2F79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731" y="875943"/>
            <a:ext cx="8154538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024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23C9B-F95F-3ABB-5F27-AA331A1E8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06489-9D29-0B21-6F59-A7AE48943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8880B6-A821-CBFC-BD1E-27C1F2C3F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810" y="1571366"/>
            <a:ext cx="7916380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281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85F11-6FB9-6B02-BE4B-B7468A822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6B3F3-2100-1885-CA4C-D3B416AC5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1090CA-768E-36B0-074A-50D0FE329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862" y="794970"/>
            <a:ext cx="8964276" cy="526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605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6AB63-CB09-B7EA-3611-72932C5A4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B5460-D6BF-8187-C414-B44859BDE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2A3C16-2748-7465-330F-553EC6AC8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310" y="1552313"/>
            <a:ext cx="8097380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993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566CC-BCA2-91ED-D041-8C979CBE1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6B92C-6B31-BB7C-5736-77DC3BB5A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FE3202-512B-7C69-A20A-A198E7557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520" y="580627"/>
            <a:ext cx="7944959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112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2D1FA-154E-0938-2879-DB9B412F8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928CB-2A3D-DCA3-9413-B87CFFFA5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F274E2-3E44-505F-393C-677F6074F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45" y="1009312"/>
            <a:ext cx="9916909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942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9BE1D-F7FA-96F4-0B94-21FCCA309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85265-97E3-58B3-DA26-24FC19FDD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C7B056-BBD6-6716-84EA-4DFC51CAF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677" y="1095049"/>
            <a:ext cx="10002646" cy="46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185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79A83-B6FD-0C42-94E1-D4A9A08EC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B2393-99B8-6C0A-CF0F-C7DBC9E62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DB56AB-95BC-8FB2-1DB6-F8300DDEB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71" y="571101"/>
            <a:ext cx="10621857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633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EB645-2A45-D71F-E7E5-0B3C390A8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AEBE5-FEE7-7E16-D614-1886CD699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B1FA31-88E3-8A5F-1C84-5A0F9F92A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3" y="518706"/>
            <a:ext cx="10374173" cy="58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67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7B018-A2F9-D82B-7390-7475577FB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38CA8-A60C-7D3C-CFA1-28053F63F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E9D68A-C6F7-9452-3472-A85B6405C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098" y="613969"/>
            <a:ext cx="9697803" cy="56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99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18F4E-CEDD-1913-FE26-993FD86B5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C5ADC-0362-AFE5-63BB-2648C6B39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C1DE1E-582A-8980-DBC2-ED86D145C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71" y="480601"/>
            <a:ext cx="10802858" cy="589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24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36D4C-A0EE-CF2F-5584-77E1A996F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415B5-DD95-1861-DFF9-E431BB300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1D20E9-ACCD-BDF4-C476-BF194CAC2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204" y="1090286"/>
            <a:ext cx="8535591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019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8E1AF-2CF0-FB82-F036-A8B06A66F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1B4F8-7786-F072-DAD3-F367D9BEC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BF9E75-3DB9-C48C-F604-BF9D09857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39" y="428206"/>
            <a:ext cx="10717121" cy="600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218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6F687-9201-B201-75B5-91373ECE5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BDB38-D62D-5BBF-ACB0-5432E87F8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CEF0B5-F150-5437-BB4B-2B7DFEC03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020" y="528232"/>
            <a:ext cx="8125959" cy="580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700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B6C6-1901-06F8-D250-DA1EB7CA5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42B30-7C2A-6CDF-0333-021BF8282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AA04CA-2776-0297-82E6-412A5AD1F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598" y="1166497"/>
            <a:ext cx="9878804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514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DC073-99B4-F915-0393-3BA921B9E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70030-A8F6-880E-9482-325FE25B6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8794CD-2703-72AD-9E1A-AE00B1A7C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13" y="923575"/>
            <a:ext cx="10555173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7829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172DB-D2FC-BBA4-6687-94468D000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66758-D81C-F093-D486-1C440D619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3E2CB6-B77A-61DF-AC94-813061F25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82" y="875943"/>
            <a:ext cx="10650436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2981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F78CC-241F-6985-F130-C34406178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28B3F-92C5-DCB3-2DF0-04103B2B8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42E64D-AE7C-DCE2-730D-CB6D52BC0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704" y="556811"/>
            <a:ext cx="8716591" cy="574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225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5FBE9-09A4-DD8B-CD90-1357B8D56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4C937-E223-D409-6F69-4F15CDEC8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A01091-C308-DBE0-A415-82F18C4D2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495" y="2657367"/>
            <a:ext cx="7059010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276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</TotalTime>
  <Words>0</Words>
  <Application>Microsoft Office PowerPoint</Application>
  <PresentationFormat>Widescreen</PresentationFormat>
  <Paragraphs>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Gnaneshwari</dc:creator>
  <cp:lastModifiedBy>gnaneshwari.m2009@outlook.com</cp:lastModifiedBy>
  <cp:revision>2</cp:revision>
  <dcterms:created xsi:type="dcterms:W3CDTF">2024-03-25T12:07:00Z</dcterms:created>
  <dcterms:modified xsi:type="dcterms:W3CDTF">2024-03-26T18:03:42Z</dcterms:modified>
</cp:coreProperties>
</file>