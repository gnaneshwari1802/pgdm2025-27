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Gnaneshwari Boutique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Customized Ethnic &amp; Fusion Fashion for Modern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struggle to find affordable, personalized fashion</a:t>
            </a:r>
          </a:p>
          <a:p>
            <a:pPr/>
            <a:r>
              <a:t>Mass-produced clothing lacks uniqueness</a:t>
            </a:r>
          </a:p>
          <a:p>
            <a:pPr/>
            <a:r>
              <a:t>Long delivery times and poor customization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Customized boutique designs tailored to individual preferences</a:t>
            </a:r>
          </a:p>
          <a:p>
            <a:pPr/>
            <a:r>
              <a:t>Digital styling consultations</a:t>
            </a:r>
          </a:p>
          <a:p>
            <a:pPr/>
            <a:r>
              <a:t>Fast delivery using efficient supply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Underlying Magic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Exclusive designer sarees and fusion wear</a:t>
            </a:r>
          </a:p>
          <a:p>
            <a:pPr/>
            <a:r>
              <a:t>Made-to-measure customization process</a:t>
            </a:r>
          </a:p>
          <a:p>
            <a:pPr/>
            <a:r>
              <a:t>Trend-driven designs using customer data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(TAM/SAM/SOM)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Indian women’s apparel market ₹5 Lakh Crores+</a:t>
            </a:r>
          </a:p>
          <a:p>
            <a:pPr/>
            <a:r>
              <a:t>SAM: Urban boutique fashion segment ₹500 Crores+</a:t>
            </a:r>
          </a:p>
          <a:p>
            <a:pPr/>
            <a:r>
              <a:t>SOM: Target 0.5% share in 5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product sales</a:t>
            </a:r>
          </a:p>
          <a:p>
            <a:pPr/>
            <a:r>
              <a:t>Customization fees</a:t>
            </a:r>
          </a:p>
          <a:p>
            <a:pPr/>
            <a:r>
              <a:t>Premium styling consultation packages</a:t>
            </a:r>
          </a:p>
          <a:p>
            <a:pPr/>
            <a:r>
              <a:t>Online and offline boutique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media marketing and influencer partnerships</a:t>
            </a:r>
          </a:p>
          <a:p>
            <a:pPr/>
            <a:r>
              <a:t>Online boutique website and WhatsApp commerce</a:t>
            </a:r>
          </a:p>
          <a:p>
            <a:pPr/>
            <a:r>
              <a:t>Flagship store in metro city</a:t>
            </a:r>
          </a:p>
          <a:p>
            <a:pPr/>
            <a:r>
              <a:t>Referral and loyalty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boutique brands</a:t>
            </a:r>
          </a:p>
          <a:p>
            <a:pPr/>
            <a:r>
              <a:t>Online brands (Suta, Libas, Nykaa Fashion)</a:t>
            </a:r>
          </a:p>
          <a:p>
            <a:pPr/>
            <a:r>
              <a:t>E-commerce platforms (Amazon, Myntra)</a:t>
            </a:r>
          </a:p>
          <a:p>
            <a:pPr/>
            <a:r>
              <a:t>Differentiation: full customization and personal styling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customer base with repeat clients</a:t>
            </a:r>
          </a:p>
          <a:p>
            <a:pPr/>
            <a:r>
              <a:t>Growing social media engagement</a:t>
            </a:r>
          </a:p>
          <a:p>
            <a:pPr/>
            <a:r>
              <a:t>Roadmap: Expand online store and flagship outlet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Founder: Gnaneshwari Mahimaluru (Fashion &amp; Business student)</a:t>
            </a:r>
          </a:p>
          <a:p>
            <a:pPr/>
            <a:r>
              <a:t>Designers and tailoring partners</a:t>
            </a:r>
          </a:p>
          <a:p>
            <a:pPr/>
            <a:r>
              <a:t>Marketing and digital consultants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₹30 Lakhs revenue</a:t>
            </a:r>
          </a:p>
          <a:p>
            <a:pPr/>
            <a:r>
              <a:t>Year 3: ₹1 Crore revenue</a:t>
            </a:r>
          </a:p>
          <a:p>
            <a:pPr/>
            <a:r>
              <a:t>Year 5: ₹5 Crores revenue</a:t>
            </a:r>
          </a:p>
          <a:p>
            <a:pPr/>
            <a:r>
              <a:t>Target profit margin: 15–20%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/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₹50 Lakhs seed funding</a:t>
            </a:r>
          </a:p>
          <a:p>
            <a:pPr/>
            <a:r>
              <a:t>Offering 10% equity</a:t>
            </a:r>
          </a:p>
          <a:p>
            <a:pPr/>
            <a:r>
              <a:t>Use of funds: inventory, marketing, technology, expansion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selling price per product: ₹4,000</a:t>
            </a:r>
          </a:p>
          <a:p>
            <a:pPr/>
            <a:r>
              <a:t>Cost per product: ₹2,800 (fabric, labor, accessories, logistics, marketing)</a:t>
            </a:r>
          </a:p>
          <a:p>
            <a:pPr/>
            <a:r>
              <a:t>Profit per unit: ₹1,200</a:t>
            </a:r>
          </a:p>
          <a:p>
            <a:pPr/>
            <a:r>
              <a:t>Gross margin: 30%</a:t>
            </a:r>
          </a:p>
          <a:p>
            <a:pPr/>
            <a:r>
              <a:t>Customer Acquisition Cost (CAC): ₹1,000</a:t>
            </a:r>
          </a:p>
          <a:p>
            <a:pPr/>
            <a:r>
              <a:t>Customer Lifetime Value (LTV): ₹6,000 (repeat purchases)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