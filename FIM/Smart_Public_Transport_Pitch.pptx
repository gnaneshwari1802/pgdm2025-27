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Public Transportation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Design Thinking Solution to Urban Traffic Problems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Unreliable bus schedules</a:t>
            </a:r>
          </a:p>
          <a:p>
            <a:r>
              <a:t>• No real-time tracking</a:t>
            </a:r>
          </a:p>
          <a:p>
            <a:r>
              <a:t>• Overcrowded buses</a:t>
            </a:r>
          </a:p>
          <a:p>
            <a:r>
              <a:t>• Increased traffic congestion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Long waiting times</a:t>
            </a:r>
          </a:p>
          <a:p>
            <a:r>
              <a:t>• Uncertainty in arrival</a:t>
            </a:r>
          </a:p>
          <a:p>
            <a:r>
              <a:t>• Discomfort due to crowding</a:t>
            </a:r>
          </a:p>
          <a:p>
            <a:r>
              <a:t>• Lack of trust in public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smart, technology-driven bus system focusing on reliability, efficiency, and user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GPS-enabled buses</a:t>
            </a:r>
          </a:p>
          <a:p>
            <a:r>
              <a:t>• Live tracking via mobile app</a:t>
            </a:r>
          </a:p>
          <a:p>
            <a:r>
              <a:t>• Accurate arrival time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Route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AI-based route planning</a:t>
            </a:r>
          </a:p>
          <a:p>
            <a:r>
              <a:t>• Peak hour adjustments</a:t>
            </a:r>
          </a:p>
          <a:p>
            <a:r>
              <a:t>• Efficient resource utilization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Crowd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Live occupancy status</a:t>
            </a:r>
          </a:p>
          <a:p>
            <a:r>
              <a:t>• Better trip planning</a:t>
            </a:r>
          </a:p>
          <a:p>
            <a:r>
              <a:t>• Reduced overcrowding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Ticketing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Mobile-based tickets</a:t>
            </a:r>
          </a:p>
          <a:p>
            <a:r>
              <a:t>• Faster boarding</a:t>
            </a:r>
          </a:p>
          <a:p>
            <a:r>
              <a:t>• Cashless transactions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traffic congestion</a:t>
            </a:r>
          </a:p>
          <a:p>
            <a:r>
              <a:t>• Increased public transport usage</a:t>
            </a:r>
          </a:p>
          <a:p>
            <a:r>
              <a:t>• Better commuter satisfaction</a:t>
            </a:r>
          </a:p>
          <a:p>
            <a:r>
              <a:t>• Environmental benefits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Making public transport reliable will encourage people to shift from private vehicles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