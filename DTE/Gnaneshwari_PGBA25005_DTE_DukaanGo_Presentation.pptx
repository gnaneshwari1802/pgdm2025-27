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9403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91440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PROJECT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0879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Small Businesses Lack Digital Presence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1371600" cy="73152"/>
          </a:xfrm>
          <a:prstGeom prst="rect">
            <a:avLst/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38328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DukaanGo — A Voice-First Digital Storefront for MSMEs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4754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5074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Gnaneshwari 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858000" y="4754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By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0" y="5074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Prof. Revathi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0080" y="612648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Design Thinking for Entrepreneurship (DTE)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097280" cy="54864"/>
          </a:xfrm>
          <a:prstGeom prst="rect">
            <a:avLst/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Small Businesses Lack Digital Presence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5486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60M+ MSMEs in India
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 30% of GDP, employ 110M+ people
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&lt;12% have meaningful digital presence
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on Google, Maps, social media
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 lakh crore lost
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potential revenue every year (FICCI–Deloitte)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675120" y="2194560"/>
            <a:ext cx="4846320" cy="3840480"/>
          </a:xfrm>
          <a:prstGeom prst="roundRect">
            <a:avLst>
              <a:gd name="adj" fmla="val 3571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0" y="2834640"/>
            <a:ext cx="45720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Customers search online first
• Quick-commerce eats local share
• Word-of-mouth no longer enough
• Walk-ins drop 30–40% in 2 yrs
• Existing tools too complex / English-only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DukaanGo  |  DTE Capital Project  |  Gnaneshwari 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Ramesh — A Real Story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097280" cy="54864"/>
          </a:xfrm>
          <a:prstGeom prst="rect">
            <a:avLst/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5029200" cy="4754880"/>
          </a:xfrm>
          <a:prstGeom prst="roundRect">
            <a:avLst>
              <a:gd name="adj" fmla="val 384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37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Ramesh, 48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— Sri Lakshmi Stores, Tumkur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years
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the locality
</a:t>
            </a:r>
            <a:r>
              <a:rPr lang="en-US" sz="3000" b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drop
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footfall in 2 years
</a:t>
            </a: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
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presence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126480" y="1554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happened?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126480" y="2103120"/>
            <a:ext cx="5486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neighbour searches </a:t>
            </a:r>
            <a:r>
              <a:rPr lang="en-US" sz="1400" b="1" i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"grocery near me"</a:t>
            </a:r>
            <a:r>
              <a:rPr lang="en-US" sz="14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Google.
Blinkit, Zepto, and a supermarket appear.
</a:t>
            </a: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Ramesh's shop does not.
</a:t>
            </a:r>
            <a:r>
              <a:rPr lang="en-US" sz="14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owns a smartphone. Uses WhatsApp daily.
But Google Business setup felt overwhelming.
</a:t>
            </a:r>
            <a:r>
              <a:rPr lang="en-US" sz="1400" i="1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gave up in 10 minutes.
</a:t>
            </a:r>
            <a:r>
              <a:rPr lang="en-US" sz="1400" b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Ramesh represents 60M+ shop owners in India.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DukaanGo  |  DTE Capital Project  |  Gnaneshwari 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of Literature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097280" cy="54864"/>
          </a:xfrm>
          <a:prstGeom prst="rect">
            <a:avLst/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from research, industry reports &amp; academia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657600" cy="1417320"/>
          </a:xfrm>
          <a:prstGeom prst="roundRect">
            <a:avLst>
              <a:gd name="adj" fmla="val 6452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965960"/>
            <a:ext cx="109728" cy="1417320"/>
          </a:xfrm>
          <a:prstGeom prst="rect">
            <a:avLst/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05740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 Annual Report '22-23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42316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63M+ MSMEs in India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&lt;12% have a meaningful digital presence.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965960"/>
            <a:ext cx="3657600" cy="1417320"/>
          </a:xfrm>
          <a:prstGeom prst="roundRect">
            <a:avLst>
              <a:gd name="adj" fmla="val 6452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965960"/>
            <a:ext cx="109728" cy="1417320"/>
          </a:xfrm>
          <a:prstGeom prst="rect">
            <a:avLst/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205740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NITI Aayog (2022)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242316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Digitally enabled MSMEs grow revenue 2x faster than non-digital peers.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03920" y="1965960"/>
            <a:ext cx="3657600" cy="1417320"/>
          </a:xfrm>
          <a:prstGeom prst="roundRect">
            <a:avLst>
              <a:gd name="adj" fmla="val 6452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3920" y="1965960"/>
            <a:ext cx="109728" cy="1417320"/>
          </a:xfrm>
          <a:prstGeom prst="rect">
            <a:avLst/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32520" y="205740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KPMG–CII (2023)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732520" y="242316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barriers: digital literacy + lack of vernacular tools.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611880"/>
            <a:ext cx="3657600" cy="1417320"/>
          </a:xfrm>
          <a:prstGeom prst="roundRect">
            <a:avLst>
              <a:gd name="adj" fmla="val 6452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611880"/>
            <a:ext cx="109728" cy="1417320"/>
          </a:xfrm>
          <a:prstGeom prst="rect">
            <a:avLst/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70332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FICCI–Deloitte (2023)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406908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 lakh crore lost annually due to digital invisibility.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3611880"/>
            <a:ext cx="3657600" cy="1417320"/>
          </a:xfrm>
          <a:prstGeom prst="roundRect">
            <a:avLst>
              <a:gd name="adj" fmla="val 6452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3611880"/>
            <a:ext cx="109728" cy="1417320"/>
          </a:xfrm>
          <a:prstGeom prst="rect">
            <a:avLst/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370332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Sharma &amp; Gupta (2021)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00600" y="406908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of micro-owners cite "fear of technology" as #1 blocker.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503920" y="3611880"/>
            <a:ext cx="3657600" cy="1417320"/>
          </a:xfrm>
          <a:prstGeom prst="roundRect">
            <a:avLst>
              <a:gd name="adj" fmla="val 6452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03920" y="3611880"/>
            <a:ext cx="109728" cy="1417320"/>
          </a:xfrm>
          <a:prstGeom prst="rect">
            <a:avLst/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32520" y="370332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Kumar &amp; Singh (2023)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732520" y="406908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content cuts onboarding time by 85%.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585216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Gap: A missing first-mile tool combining voice + vernacular AI + auto-content + 1-tap onboarding. → DukaanGo fills this gap.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DukaanGo  |  DTE Capital Project  |  Gnaneshwari 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Thinking Approach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097280" cy="54864"/>
          </a:xfrm>
          <a:prstGeom prst="rect">
            <a:avLst/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164592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Empathize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468880" y="164592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interviews with 30+ shop owners across grocery, salon, tailoring, food.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514600"/>
            <a:ext cx="164592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51460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Define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68880" y="260604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might we help non-tech owners go digital using voice + WhatsApp in their language?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474720"/>
            <a:ext cx="164592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4747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Ideate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68880" y="356616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onboarding • AI-generated posters • Vernacular chat • Digital Mitras.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434840"/>
            <a:ext cx="164592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43484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Prototype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468880" y="452628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DukaanGo — AI voice-first storefront app with WhatsApp catalog.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5394960"/>
            <a:ext cx="164592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3949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Test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468880" y="548640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of 15 owners listed 5+ products in &lt;8 mins. Avg rating: 4.6/5.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DukaanGo  |  DTE Capital Project  |  Gnaneshwari 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Empathize — User Pain Points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097280" cy="54864"/>
          </a:xfrm>
          <a:prstGeom prst="rect">
            <a:avLst/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52044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920240"/>
            <a:ext cx="640080" cy="64008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45920" y="1965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Barrier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69748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platforms are English-only.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645920"/>
            <a:ext cx="352044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1920240"/>
            <a:ext cx="640080" cy="64008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😨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349240" y="1965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Intimidation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17720" y="269748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of breaking something.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1645920"/>
            <a:ext cx="352044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1920240"/>
            <a:ext cx="640080" cy="64008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⏰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052560" y="1965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21040" y="269748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shop alone all day.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840480"/>
            <a:ext cx="352044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4114800"/>
            <a:ext cx="640080" cy="64008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114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📷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645920" y="4160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Struggle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4400" y="489204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click photos or write copy.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43400" y="3840480"/>
            <a:ext cx="352044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4114800"/>
            <a:ext cx="640080" cy="64008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4114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❓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5349240" y="4160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Awareness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617720" y="489204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know cost of being invisible.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46720" y="3840480"/>
            <a:ext cx="352044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21040" y="4114800"/>
            <a:ext cx="640080" cy="64008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21040" y="4114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💸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9052560" y="4160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Concerns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321040" y="489204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afford agencies or apps.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DukaanGo  |  DTE Capital Project  |  Gnaneshwari 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97280" cy="54864"/>
          </a:xfrm>
          <a:prstGeom prst="rect">
            <a:avLst/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might we…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10360152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"…help non-tech-savvy small business owners create and manage a powerful digital presence using tools they already know — voice and WhatsApp — in their own language?"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0" y="5486400"/>
            <a:ext cx="2103120" cy="45720"/>
          </a:xfrm>
          <a:prstGeom prst="rect">
            <a:avLst/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62356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DukaanGo Brief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DukaanGo  |  DTE Capital Project  |  Gnaneshwari 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Ideate — Brainstormed Concepts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097280" cy="54864"/>
          </a:xfrm>
          <a:prstGeom prst="rect">
            <a:avLst/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chatbot to build a digital storefront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404872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404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2359152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listens to voice → auto-creates product listings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3118104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1181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3072384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marketing posters &amp; Maps listing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3831336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8313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3785616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'Digital Mitra' onboarding agents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1520" y="4544568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5445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4498848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Vernacular voice-based analytics dashboard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520" y="5257800"/>
            <a:ext cx="502920" cy="502920"/>
          </a:xfrm>
          <a:prstGeom prst="ellipse">
            <a:avLst/>
          </a:prstGeom>
          <a:solidFill>
            <a:srgbClr val="B000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5257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52120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Selected: Voice-first vernacular AI app — DukaanGo ⭐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DukaanGo  |  DTE Capital Project  |  Gnaneshwari 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Prototype — DukaanGo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097280" cy="54864"/>
          </a:xfrm>
          <a:prstGeom prst="rect">
            <a:avLst/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voice-first, vernacular, AI-powered digital storefront — live in under 10 minutes.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3520440" cy="1874520"/>
          </a:xfrm>
          <a:prstGeom prst="roundRect">
            <a:avLst>
              <a:gd name="adj" fmla="val 7317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40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📲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00200" y="2331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Setup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01752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/ GST / OTP — no forms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2057400"/>
            <a:ext cx="3520440" cy="1874520"/>
          </a:xfrm>
          <a:prstGeom prst="roundRect">
            <a:avLst>
              <a:gd name="adj" fmla="val 7317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2240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🎙️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303520" y="2331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Listing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301752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in 10+ Indian languages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2057400"/>
            <a:ext cx="3520440" cy="1874520"/>
          </a:xfrm>
          <a:prstGeom prst="roundRect">
            <a:avLst>
              <a:gd name="adj" fmla="val 7317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2240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✨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006840" y="2331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75320" y="301752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descriptions + posters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114800"/>
            <a:ext cx="3520440" cy="1874520"/>
          </a:xfrm>
          <a:prstGeom prst="roundRect">
            <a:avLst>
              <a:gd name="adj" fmla="val 7317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297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📍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600200" y="4389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+ WhatsApp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8680" y="507492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 to Google &amp; WA Catalog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43400" y="4114800"/>
            <a:ext cx="3520440" cy="1874520"/>
          </a:xfrm>
          <a:prstGeom prst="roundRect">
            <a:avLst>
              <a:gd name="adj" fmla="val 7317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4297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🛒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5303520" y="4389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0" y="507492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flow into WhatsApp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46720" y="4114800"/>
            <a:ext cx="3520440" cy="1874520"/>
          </a:xfrm>
          <a:prstGeom prst="roundRect">
            <a:avLst>
              <a:gd name="adj" fmla="val 7317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0" y="4297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9006840" y="4389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Analytics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275320" y="507492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spoken in your language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DukaanGo  |  DTE Capital Project  |  Gnaneshwari 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— Validation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097280" cy="54864"/>
          </a:xfrm>
          <a:prstGeom prst="rect">
            <a:avLst/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260604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0312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owners tested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0" y="1828800"/>
            <a:ext cx="260604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210312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13/15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3474720" y="33832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5+ products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828800"/>
            <a:ext cx="260604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10312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&lt;8 min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6309360" y="33832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onboarding time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0" y="1828800"/>
            <a:ext cx="260604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25400">
            <a:solidFill>
              <a:srgbClr val="B00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0" y="210312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B0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4.6/5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9144000" y="33832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rating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572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 from users: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93776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"Naanu maatu beda, app nanage maathadthe!" (I don't need to type, the app talks to me!) — Ramesh, Tumkur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544068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"Mere products ki photo aur description khud ban gayi!" — Priya, Pune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DukaanGo  |  DTE Capital Project  |  Gnaneshwari 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097280" cy="54864"/>
          </a:xfrm>
          <a:prstGeom prst="rect">
            <a:avLst/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60M+ MSMEs in India
• Tier-2, Tier-3 &amp; rural shops
• Grocery, salon, tailoring, food, pharmacy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749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114800"/>
            <a:ext cx="5303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Freemium — basic listing free forever
• DukaanGo Pro — ₹99/month
• 1–2% commission on online orders
• Sponsored hyperlocal ads
• MSME loan &amp; insurance partnerships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1554480"/>
            <a:ext cx="5120640" cy="4754880"/>
          </a:xfrm>
          <a:prstGeom prst="roundRect">
            <a:avLst>
              <a:gd name="adj" fmla="val 384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2194560"/>
            <a:ext cx="47548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Digital Mitra agents in every district
🏦 Tie-ups with MSME associations &amp; local banks
📻 Vernacular marketing — WhatsApp, YouTube, radio
🛍️ Pilot in 3 states → scale to Pan-India in Year 2
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🌏 Year 3: SE Asia + Africa expansion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DukaanGo  |  DTE Capital Project  |  Gnaneshwari 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Comparative Analysis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097280" cy="54864"/>
          </a:xfrm>
          <a:prstGeom prst="rect">
            <a:avLst/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72800" cy="35204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Biz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 Biz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Dukaan/Shopify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DukaanGo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 Onboarding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E1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E1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E1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00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Vernacular AI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E1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E1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E1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00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Content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E1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E1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E1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00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Hyperlocal Discovery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E1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E1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E1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00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Zero-Typing Setup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E1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E1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E1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00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Mitra Support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E1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E1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E1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00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DukaanGo  |  DTE Capital Project  |  Gnaneshwari 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Innovation &amp; Entrepreneurial Value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097280" cy="54864"/>
          </a:xfrm>
          <a:prstGeom prst="rect">
            <a:avLst/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37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🎙️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828800" y="17373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00" y="21945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literacy barrier — speak, don't type.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88036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880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828800" y="28803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Engine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28800" y="33375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"I don't know what to write" problem instantly.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02336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023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📍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828800" y="40233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Hyperlocal SEO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828800" y="44805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shops appear in "near me" searches.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516636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66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🇮🇳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828800" y="51663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Bharat-First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828800" y="56235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next 500M internet users.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DukaanGo  |  DTE Capital Project  |  Gnaneshwari 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Future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097280" cy="54864"/>
          </a:xfrm>
          <a:prstGeom prst="rect">
            <a:avLst/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Mitigation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5486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Digital literacy → Digital Mitra agents
• Trust → MSME association partnerships
• Connectivity → Offline-first design
• Big-tech competition → Hyperlocal niche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1554480"/>
            <a:ext cx="5120640" cy="4754880"/>
          </a:xfrm>
          <a:prstGeom prst="roundRect">
            <a:avLst>
              <a:gd name="adj" fmla="val 3846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2194560"/>
            <a:ext cx="47548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UPI + instant credit for sellers
🧠 AI-driven demand forecasting
🌏 Expansion to SE Asia &amp; Africa
🗣️ AI customer-shop voice conversations
🔗 ONDC integration for nationwide reach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DukaanGo  |  DTE Capital Project  |  Gnaneshwari 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9087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5408676" y="3291840"/>
            <a:ext cx="1371600" cy="73152"/>
          </a:xfrm>
          <a:prstGeom prst="rect">
            <a:avLst/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52044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DukaanGo — Bringing 60 million invisible shops into the digital mainstream.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5120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54406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Gnaneshwari 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132320" y="5120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by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0" y="54406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Prof. Revathi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1202</Words>
  <Application>Microsoft Office PowerPoint</Application>
  <PresentationFormat>Widescreen</PresentationFormat>
  <Paragraphs>222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DTE Capital Project — DukaanGo</dc:title>
  <dc:subject>PptxGenJS Presentation</dc:subject>
  <dc:creator>Gnaneshwari M</dc:creator>
  <cp:lastModifiedBy>Gnaneshwari Mahimaluru</cp:lastModifiedBy>
  <cp:revision>1</cp:revision>
  <dcterms:created xsi:type="dcterms:W3CDTF">2026-04-28T10:53:11Z</dcterms:created>
  <dcterms:modified xsi:type="dcterms:W3CDTF">2026-09-21T12:43:19Z</dcterms:modified>
</cp:coreProperties>
</file>