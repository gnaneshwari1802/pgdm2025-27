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2"/>
  </p:notesMasterIdLst>
  <p:handoutMasterIdLst>
    <p:handoutMasterId r:id="rId13"/>
  </p:handoutMasterIdLst>
  <p:sldIdLst>
    <p:sldId id="257" r:id="rId5"/>
    <p:sldId id="258" r:id="rId6"/>
    <p:sldId id="263" r:id="rId7"/>
    <p:sldId id="261" r:id="rId8"/>
    <p:sldId id="262" r:id="rId9"/>
    <p:sldId id="265"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64" userDrawn="1">
          <p15:clr>
            <a:srgbClr val="A4A3A4"/>
          </p15:clr>
        </p15:guide>
        <p15:guide id="2" pos="3840" userDrawn="1">
          <p15:clr>
            <a:srgbClr val="A4A3A4"/>
          </p15:clr>
        </p15:guide>
        <p15:guide id="3" pos="456" userDrawn="1">
          <p15:clr>
            <a:srgbClr val="A4A3A4"/>
          </p15:clr>
        </p15:guide>
        <p15:guide id="4" pos="720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BEBD8"/>
    <a:srgbClr val="8335E5"/>
    <a:srgbClr val="6B8DE1"/>
    <a:srgbClr val="6C92E1"/>
    <a:srgbClr val="6313DC"/>
    <a:srgbClr val="1E3ADA"/>
    <a:srgbClr val="030553"/>
    <a:srgbClr val="7D4BC9"/>
    <a:srgbClr val="16286E"/>
    <a:srgbClr val="6524D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2941" autoAdjust="0"/>
  </p:normalViewPr>
  <p:slideViewPr>
    <p:cSldViewPr snapToGrid="0" showGuides="1">
      <p:cViewPr varScale="1">
        <p:scale>
          <a:sx n="52" d="100"/>
          <a:sy n="52" d="100"/>
        </p:scale>
        <p:origin x="67" y="514"/>
      </p:cViewPr>
      <p:guideLst>
        <p:guide orient="horz" pos="2064"/>
        <p:guide pos="3840"/>
        <p:guide pos="456"/>
        <p:guide pos="7200"/>
      </p:guideLst>
    </p:cSldViewPr>
  </p:slideViewPr>
  <p:outlineViewPr>
    <p:cViewPr>
      <p:scale>
        <a:sx n="33" d="100"/>
        <a:sy n="33" d="100"/>
      </p:scale>
      <p:origin x="0" y="0"/>
    </p:cViewPr>
  </p:outlineViewPr>
  <p:notesTextViewPr>
    <p:cViewPr>
      <p:scale>
        <a:sx n="1" d="1"/>
        <a:sy n="1" d="1"/>
      </p:scale>
      <p:origin x="0" y="0"/>
    </p:cViewPr>
  </p:notesTextViewPr>
  <p:notesViewPr>
    <p:cSldViewPr snapToGrid="0" showGuides="1">
      <p:cViewPr varScale="1">
        <p:scale>
          <a:sx n="60" d="100"/>
          <a:sy n="60" d="100"/>
        </p:scale>
        <p:origin x="3187" y="43"/>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AF506F9-91AB-457B-A321-BA32DFC452D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E71BC67-B9B6-41AE-BB4E-51234F20984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19C063D-436A-410C-A490-190D73BB5D3E}" type="datetimeFigureOut">
              <a:rPr lang="en-US" smtClean="0"/>
              <a:t>8/22/2025</a:t>
            </a:fld>
            <a:endParaRPr lang="en-US" dirty="0"/>
          </a:p>
        </p:txBody>
      </p:sp>
      <p:sp>
        <p:nvSpPr>
          <p:cNvPr id="4" name="Footer Placeholder 3">
            <a:extLst>
              <a:ext uri="{FF2B5EF4-FFF2-40B4-BE49-F238E27FC236}">
                <a16:creationId xmlns:a16="http://schemas.microsoft.com/office/drawing/2014/main" id="{A0E2BB79-F5ED-4C7F-A869-D9A323F2CA0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A40207CB-184F-4400-BBE4-E0B71DE0626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328996C-DF1E-45F4-80FD-86472FDB10B8}" type="slidenum">
              <a:rPr lang="en-US" smtClean="0"/>
              <a:t>‹#›</a:t>
            </a:fld>
            <a:endParaRPr lang="en-US" dirty="0"/>
          </a:p>
        </p:txBody>
      </p:sp>
    </p:spTree>
    <p:extLst>
      <p:ext uri="{BB962C8B-B14F-4D97-AF65-F5344CB8AC3E}">
        <p14:creationId xmlns:p14="http://schemas.microsoft.com/office/powerpoint/2010/main" val="14016848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B8BDD7-4F37-46AB-9A13-BF4D77EDD71D}" type="datetimeFigureOut">
              <a:rPr lang="en-US" smtClean="0"/>
              <a:t>8/22/2025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F8F48A-6110-47DA-8521-A1D1FFD22FEF}" type="slidenum">
              <a:rPr lang="en-US" smtClean="0"/>
              <a:t>‹#›</a:t>
            </a:fld>
            <a:endParaRPr lang="en-US" dirty="0"/>
          </a:p>
        </p:txBody>
      </p:sp>
    </p:spTree>
    <p:extLst>
      <p:ext uri="{BB962C8B-B14F-4D97-AF65-F5344CB8AC3E}">
        <p14:creationId xmlns:p14="http://schemas.microsoft.com/office/powerpoint/2010/main" val="34514915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F8F48A-6110-47DA-8521-A1D1FFD22FEF}" type="slidenum">
              <a:rPr lang="en-US" smtClean="0"/>
              <a:t>1</a:t>
            </a:fld>
            <a:endParaRPr lang="en-US" dirty="0"/>
          </a:p>
        </p:txBody>
      </p:sp>
    </p:spTree>
    <p:extLst>
      <p:ext uri="{BB962C8B-B14F-4D97-AF65-F5344CB8AC3E}">
        <p14:creationId xmlns:p14="http://schemas.microsoft.com/office/powerpoint/2010/main" val="4679097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t>
            </a:r>
          </a:p>
        </p:txBody>
      </p:sp>
      <p:sp>
        <p:nvSpPr>
          <p:cNvPr id="4" name="Slide Number Placeholder 3"/>
          <p:cNvSpPr>
            <a:spLocks noGrp="1"/>
          </p:cNvSpPr>
          <p:nvPr>
            <p:ph type="sldNum" sz="quarter" idx="10"/>
          </p:nvPr>
        </p:nvSpPr>
        <p:spPr/>
        <p:txBody>
          <a:bodyPr/>
          <a:lstStyle/>
          <a:p>
            <a:fld id="{6DF8F48A-6110-47DA-8521-A1D1FFD22FEF}" type="slidenum">
              <a:rPr lang="en-US" smtClean="0"/>
              <a:t>2</a:t>
            </a:fld>
            <a:endParaRPr lang="en-US"/>
          </a:p>
        </p:txBody>
      </p:sp>
    </p:spTree>
    <p:extLst>
      <p:ext uri="{BB962C8B-B14F-4D97-AF65-F5344CB8AC3E}">
        <p14:creationId xmlns:p14="http://schemas.microsoft.com/office/powerpoint/2010/main" val="20420239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F8F48A-6110-47DA-8521-A1D1FFD22FEF}" type="slidenum">
              <a:rPr lang="en-US" smtClean="0"/>
              <a:t>3</a:t>
            </a:fld>
            <a:endParaRPr lang="en-US" dirty="0"/>
          </a:p>
        </p:txBody>
      </p:sp>
    </p:spTree>
    <p:extLst>
      <p:ext uri="{BB962C8B-B14F-4D97-AF65-F5344CB8AC3E}">
        <p14:creationId xmlns:p14="http://schemas.microsoft.com/office/powerpoint/2010/main" val="30907747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F8F48A-6110-47DA-8521-A1D1FFD22FEF}" type="slidenum">
              <a:rPr lang="en-US" smtClean="0"/>
              <a:t>4</a:t>
            </a:fld>
            <a:endParaRPr lang="en-US" dirty="0"/>
          </a:p>
        </p:txBody>
      </p:sp>
    </p:spTree>
    <p:extLst>
      <p:ext uri="{BB962C8B-B14F-4D97-AF65-F5344CB8AC3E}">
        <p14:creationId xmlns:p14="http://schemas.microsoft.com/office/powerpoint/2010/main" val="37088142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F8F48A-6110-47DA-8521-A1D1FFD22FEF}" type="slidenum">
              <a:rPr lang="en-US" smtClean="0"/>
              <a:t>5</a:t>
            </a:fld>
            <a:endParaRPr lang="en-US" dirty="0"/>
          </a:p>
        </p:txBody>
      </p:sp>
    </p:spTree>
    <p:extLst>
      <p:ext uri="{BB962C8B-B14F-4D97-AF65-F5344CB8AC3E}">
        <p14:creationId xmlns:p14="http://schemas.microsoft.com/office/powerpoint/2010/main" val="22098750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DF8F48A-6110-47DA-8521-A1D1FFD22FEF}" type="slidenum">
              <a:rPr lang="en-US" smtClean="0"/>
              <a:t>6</a:t>
            </a:fld>
            <a:endParaRPr lang="en-US" dirty="0"/>
          </a:p>
        </p:txBody>
      </p:sp>
    </p:spTree>
    <p:extLst>
      <p:ext uri="{BB962C8B-B14F-4D97-AF65-F5344CB8AC3E}">
        <p14:creationId xmlns:p14="http://schemas.microsoft.com/office/powerpoint/2010/main" val="18578855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F8F48A-6110-47DA-8521-A1D1FFD22FEF}" type="slidenum">
              <a:rPr lang="en-US" smtClean="0"/>
              <a:t>7</a:t>
            </a:fld>
            <a:endParaRPr lang="en-US" dirty="0"/>
          </a:p>
        </p:txBody>
      </p:sp>
    </p:spTree>
    <p:extLst>
      <p:ext uri="{BB962C8B-B14F-4D97-AF65-F5344CB8AC3E}">
        <p14:creationId xmlns:p14="http://schemas.microsoft.com/office/powerpoint/2010/main" val="42620079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0BBB5-FEB0-47AD-A01D-A9D3462038F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8207C41-C17D-4E84-B9CC-CA142B94C1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7245F25D-6082-47DE-9B2C-675944DD1812}"/>
              </a:ext>
            </a:extLst>
          </p:cNvPr>
          <p:cNvSpPr>
            <a:spLocks noGrp="1"/>
          </p:cNvSpPr>
          <p:nvPr>
            <p:ph type="dt" sz="half" idx="10"/>
          </p:nvPr>
        </p:nvSpPr>
        <p:spPr/>
        <p:txBody>
          <a:bodyPr/>
          <a:lstStyle/>
          <a:p>
            <a:fld id="{9294036C-9E7C-4FFC-99FA-414B61E345DD}" type="datetimeFigureOut">
              <a:rPr lang="en-US" smtClean="0"/>
              <a:t>8/22/2025</a:t>
            </a:fld>
            <a:endParaRPr lang="en-US" dirty="0"/>
          </a:p>
        </p:txBody>
      </p:sp>
      <p:sp>
        <p:nvSpPr>
          <p:cNvPr id="5" name="Footer Placeholder 4">
            <a:extLst>
              <a:ext uri="{FF2B5EF4-FFF2-40B4-BE49-F238E27FC236}">
                <a16:creationId xmlns:a16="http://schemas.microsoft.com/office/drawing/2014/main" id="{5E24B0FF-3B25-4E5C-A0A7-4E163636215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9377007-1A01-499B-ACAD-C9F9C20B76F8}"/>
              </a:ext>
            </a:extLst>
          </p:cNvPr>
          <p:cNvSpPr>
            <a:spLocks noGrp="1"/>
          </p:cNvSpPr>
          <p:nvPr>
            <p:ph type="sldNum" sz="quarter" idx="12"/>
          </p:nvPr>
        </p:nvSpPr>
        <p:spPr/>
        <p:txBody>
          <a:bodyPr/>
          <a:lstStyle/>
          <a:p>
            <a:fld id="{ED6580AB-5C3C-4B4F-8E2A-8B7A0A8CE695}" type="slidenum">
              <a:rPr lang="en-US" smtClean="0"/>
              <a:t>‹#›</a:t>
            </a:fld>
            <a:endParaRPr lang="en-US" dirty="0"/>
          </a:p>
        </p:txBody>
      </p:sp>
    </p:spTree>
    <p:extLst>
      <p:ext uri="{BB962C8B-B14F-4D97-AF65-F5344CB8AC3E}">
        <p14:creationId xmlns:p14="http://schemas.microsoft.com/office/powerpoint/2010/main" val="11699625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ADCE2-978E-4923-B0E9-4C966B6798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EB0BD6-F012-4C6D-BDAD-9E90ED25A38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E2F9E5-192C-4E88-9147-D263893B1842}"/>
              </a:ext>
            </a:extLst>
          </p:cNvPr>
          <p:cNvSpPr>
            <a:spLocks noGrp="1"/>
          </p:cNvSpPr>
          <p:nvPr>
            <p:ph type="dt" sz="half" idx="10"/>
          </p:nvPr>
        </p:nvSpPr>
        <p:spPr/>
        <p:txBody>
          <a:bodyPr/>
          <a:lstStyle/>
          <a:p>
            <a:fld id="{9294036C-9E7C-4FFC-99FA-414B61E345DD}" type="datetimeFigureOut">
              <a:rPr lang="en-US" smtClean="0"/>
              <a:t>8/22/2025</a:t>
            </a:fld>
            <a:endParaRPr lang="en-US" dirty="0"/>
          </a:p>
        </p:txBody>
      </p:sp>
      <p:sp>
        <p:nvSpPr>
          <p:cNvPr id="5" name="Footer Placeholder 4">
            <a:extLst>
              <a:ext uri="{FF2B5EF4-FFF2-40B4-BE49-F238E27FC236}">
                <a16:creationId xmlns:a16="http://schemas.microsoft.com/office/drawing/2014/main" id="{794A7138-3EAF-4C9D-903E-55D9BC04027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8DB0B82-496D-45C3-A682-7AF9AFFB9693}"/>
              </a:ext>
            </a:extLst>
          </p:cNvPr>
          <p:cNvSpPr>
            <a:spLocks noGrp="1"/>
          </p:cNvSpPr>
          <p:nvPr>
            <p:ph type="sldNum" sz="quarter" idx="12"/>
          </p:nvPr>
        </p:nvSpPr>
        <p:spPr/>
        <p:txBody>
          <a:bodyPr/>
          <a:lstStyle/>
          <a:p>
            <a:fld id="{ED6580AB-5C3C-4B4F-8E2A-8B7A0A8CE695}" type="slidenum">
              <a:rPr lang="en-US" smtClean="0"/>
              <a:t>‹#›</a:t>
            </a:fld>
            <a:endParaRPr lang="en-US" dirty="0"/>
          </a:p>
        </p:txBody>
      </p:sp>
    </p:spTree>
    <p:extLst>
      <p:ext uri="{BB962C8B-B14F-4D97-AF65-F5344CB8AC3E}">
        <p14:creationId xmlns:p14="http://schemas.microsoft.com/office/powerpoint/2010/main" val="35151262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3DAD0-5F6F-47DA-A010-1C4A30C88AB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C8EFA6E-A768-42A8-B2C3-F100D82609A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2F46640-E89E-47CE-984D-0C0ECF7CF529}"/>
              </a:ext>
            </a:extLst>
          </p:cNvPr>
          <p:cNvSpPr>
            <a:spLocks noGrp="1"/>
          </p:cNvSpPr>
          <p:nvPr>
            <p:ph type="dt" sz="half" idx="10"/>
          </p:nvPr>
        </p:nvSpPr>
        <p:spPr/>
        <p:txBody>
          <a:bodyPr/>
          <a:lstStyle/>
          <a:p>
            <a:fld id="{9294036C-9E7C-4FFC-99FA-414B61E345DD}" type="datetimeFigureOut">
              <a:rPr lang="en-US" smtClean="0"/>
              <a:t>8/22/2025</a:t>
            </a:fld>
            <a:endParaRPr lang="en-US" dirty="0"/>
          </a:p>
        </p:txBody>
      </p:sp>
      <p:sp>
        <p:nvSpPr>
          <p:cNvPr id="5" name="Footer Placeholder 4">
            <a:extLst>
              <a:ext uri="{FF2B5EF4-FFF2-40B4-BE49-F238E27FC236}">
                <a16:creationId xmlns:a16="http://schemas.microsoft.com/office/drawing/2014/main" id="{F4177A8F-F167-4C43-AEE7-45067080142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A1DA754-ED79-4909-833D-55BF9A5D80BB}"/>
              </a:ext>
            </a:extLst>
          </p:cNvPr>
          <p:cNvSpPr>
            <a:spLocks noGrp="1"/>
          </p:cNvSpPr>
          <p:nvPr>
            <p:ph type="sldNum" sz="quarter" idx="12"/>
          </p:nvPr>
        </p:nvSpPr>
        <p:spPr/>
        <p:txBody>
          <a:bodyPr/>
          <a:lstStyle/>
          <a:p>
            <a:fld id="{ED6580AB-5C3C-4B4F-8E2A-8B7A0A8CE695}" type="slidenum">
              <a:rPr lang="en-US" smtClean="0"/>
              <a:t>‹#›</a:t>
            </a:fld>
            <a:endParaRPr lang="en-US" dirty="0"/>
          </a:p>
        </p:txBody>
      </p:sp>
    </p:spTree>
    <p:extLst>
      <p:ext uri="{BB962C8B-B14F-4D97-AF65-F5344CB8AC3E}">
        <p14:creationId xmlns:p14="http://schemas.microsoft.com/office/powerpoint/2010/main" val="31600877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AA026-BFE6-4D2A-9ABF-C593B56665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14747E8-A36B-4B4A-B2A4-B5283152AB2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6C6B59D-87BD-4F32-B9BC-31F9B1A5D7A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C49B47-0C41-4DCC-9902-126916D9C448}"/>
              </a:ext>
            </a:extLst>
          </p:cNvPr>
          <p:cNvSpPr>
            <a:spLocks noGrp="1"/>
          </p:cNvSpPr>
          <p:nvPr>
            <p:ph type="dt" sz="half" idx="10"/>
          </p:nvPr>
        </p:nvSpPr>
        <p:spPr/>
        <p:txBody>
          <a:bodyPr/>
          <a:lstStyle/>
          <a:p>
            <a:fld id="{9294036C-9E7C-4FFC-99FA-414B61E345DD}" type="datetimeFigureOut">
              <a:rPr lang="en-US" smtClean="0"/>
              <a:t>8/22/2025</a:t>
            </a:fld>
            <a:endParaRPr lang="en-US" dirty="0"/>
          </a:p>
        </p:txBody>
      </p:sp>
      <p:sp>
        <p:nvSpPr>
          <p:cNvPr id="6" name="Footer Placeholder 5">
            <a:extLst>
              <a:ext uri="{FF2B5EF4-FFF2-40B4-BE49-F238E27FC236}">
                <a16:creationId xmlns:a16="http://schemas.microsoft.com/office/drawing/2014/main" id="{B7CD28B7-2F2D-4E80-A107-C1F266C6306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35D650A-4D0F-46AE-A132-267FCD921E82}"/>
              </a:ext>
            </a:extLst>
          </p:cNvPr>
          <p:cNvSpPr>
            <a:spLocks noGrp="1"/>
          </p:cNvSpPr>
          <p:nvPr>
            <p:ph type="sldNum" sz="quarter" idx="12"/>
          </p:nvPr>
        </p:nvSpPr>
        <p:spPr/>
        <p:txBody>
          <a:bodyPr/>
          <a:lstStyle/>
          <a:p>
            <a:fld id="{ED6580AB-5C3C-4B4F-8E2A-8B7A0A8CE695}" type="slidenum">
              <a:rPr lang="en-US" smtClean="0"/>
              <a:t>‹#›</a:t>
            </a:fld>
            <a:endParaRPr lang="en-US" dirty="0"/>
          </a:p>
        </p:txBody>
      </p:sp>
    </p:spTree>
    <p:extLst>
      <p:ext uri="{BB962C8B-B14F-4D97-AF65-F5344CB8AC3E}">
        <p14:creationId xmlns:p14="http://schemas.microsoft.com/office/powerpoint/2010/main" val="12198765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64C6F9-F6F6-4EA1-98AA-81B84F7CC05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1B8B83E-B37C-46C9-8284-D6EBA0033C9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9A150B8-0288-44AC-9CE7-E7BD9FB32EF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CF5DCAE-6027-49B9-A818-F45FADE27B2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4FAE16-DBCB-4A42-BFFC-053F2D529A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6E8C038-E6A1-499D-9E24-FA5980421C81}"/>
              </a:ext>
            </a:extLst>
          </p:cNvPr>
          <p:cNvSpPr>
            <a:spLocks noGrp="1"/>
          </p:cNvSpPr>
          <p:nvPr>
            <p:ph type="dt" sz="half" idx="10"/>
          </p:nvPr>
        </p:nvSpPr>
        <p:spPr/>
        <p:txBody>
          <a:bodyPr/>
          <a:lstStyle/>
          <a:p>
            <a:fld id="{9294036C-9E7C-4FFC-99FA-414B61E345DD}" type="datetimeFigureOut">
              <a:rPr lang="en-US" smtClean="0"/>
              <a:t>8/22/2025</a:t>
            </a:fld>
            <a:endParaRPr lang="en-US" dirty="0"/>
          </a:p>
        </p:txBody>
      </p:sp>
      <p:sp>
        <p:nvSpPr>
          <p:cNvPr id="8" name="Footer Placeholder 7">
            <a:extLst>
              <a:ext uri="{FF2B5EF4-FFF2-40B4-BE49-F238E27FC236}">
                <a16:creationId xmlns:a16="http://schemas.microsoft.com/office/drawing/2014/main" id="{F9F911B6-A759-487E-8CB6-CF9EF737F07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A906EC0-369D-4138-8D70-148CFDEE55EE}"/>
              </a:ext>
            </a:extLst>
          </p:cNvPr>
          <p:cNvSpPr>
            <a:spLocks noGrp="1"/>
          </p:cNvSpPr>
          <p:nvPr>
            <p:ph type="sldNum" sz="quarter" idx="12"/>
          </p:nvPr>
        </p:nvSpPr>
        <p:spPr/>
        <p:txBody>
          <a:bodyPr/>
          <a:lstStyle/>
          <a:p>
            <a:fld id="{ED6580AB-5C3C-4B4F-8E2A-8B7A0A8CE695}" type="slidenum">
              <a:rPr lang="en-US" smtClean="0"/>
              <a:t>‹#›</a:t>
            </a:fld>
            <a:endParaRPr lang="en-US" dirty="0"/>
          </a:p>
        </p:txBody>
      </p:sp>
    </p:spTree>
    <p:extLst>
      <p:ext uri="{BB962C8B-B14F-4D97-AF65-F5344CB8AC3E}">
        <p14:creationId xmlns:p14="http://schemas.microsoft.com/office/powerpoint/2010/main" val="28245543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02F8A-97AC-456C-B9E3-45A7D520C5D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340F483-F2B9-47A3-9B5C-8C264B7016BD}"/>
              </a:ext>
            </a:extLst>
          </p:cNvPr>
          <p:cNvSpPr>
            <a:spLocks noGrp="1"/>
          </p:cNvSpPr>
          <p:nvPr>
            <p:ph type="dt" sz="half" idx="10"/>
          </p:nvPr>
        </p:nvSpPr>
        <p:spPr/>
        <p:txBody>
          <a:bodyPr/>
          <a:lstStyle/>
          <a:p>
            <a:fld id="{9294036C-9E7C-4FFC-99FA-414B61E345DD}" type="datetimeFigureOut">
              <a:rPr lang="en-US" smtClean="0"/>
              <a:t>8/22/2025</a:t>
            </a:fld>
            <a:endParaRPr lang="en-US" dirty="0"/>
          </a:p>
        </p:txBody>
      </p:sp>
      <p:sp>
        <p:nvSpPr>
          <p:cNvPr id="4" name="Footer Placeholder 3">
            <a:extLst>
              <a:ext uri="{FF2B5EF4-FFF2-40B4-BE49-F238E27FC236}">
                <a16:creationId xmlns:a16="http://schemas.microsoft.com/office/drawing/2014/main" id="{25849874-9D9B-4597-B20D-33D6F58BCA32}"/>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5B35894C-9062-435A-9758-82ED9C6D787E}"/>
              </a:ext>
            </a:extLst>
          </p:cNvPr>
          <p:cNvSpPr>
            <a:spLocks noGrp="1"/>
          </p:cNvSpPr>
          <p:nvPr>
            <p:ph type="sldNum" sz="quarter" idx="12"/>
          </p:nvPr>
        </p:nvSpPr>
        <p:spPr/>
        <p:txBody>
          <a:bodyPr/>
          <a:lstStyle/>
          <a:p>
            <a:fld id="{ED6580AB-5C3C-4B4F-8E2A-8B7A0A8CE695}" type="slidenum">
              <a:rPr lang="en-US" smtClean="0"/>
              <a:t>‹#›</a:t>
            </a:fld>
            <a:endParaRPr lang="en-US" dirty="0"/>
          </a:p>
        </p:txBody>
      </p:sp>
    </p:spTree>
    <p:extLst>
      <p:ext uri="{BB962C8B-B14F-4D97-AF65-F5344CB8AC3E}">
        <p14:creationId xmlns:p14="http://schemas.microsoft.com/office/powerpoint/2010/main" val="268177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6A3F6AD-4D61-4238-AB7D-613625BFF81F}"/>
              </a:ext>
            </a:extLst>
          </p:cNvPr>
          <p:cNvSpPr>
            <a:spLocks noGrp="1"/>
          </p:cNvSpPr>
          <p:nvPr>
            <p:ph type="dt" sz="half" idx="10"/>
          </p:nvPr>
        </p:nvSpPr>
        <p:spPr/>
        <p:txBody>
          <a:bodyPr/>
          <a:lstStyle/>
          <a:p>
            <a:fld id="{9294036C-9E7C-4FFC-99FA-414B61E345DD}" type="datetimeFigureOut">
              <a:rPr lang="en-US" smtClean="0"/>
              <a:t>8/22/2025</a:t>
            </a:fld>
            <a:endParaRPr lang="en-US" dirty="0"/>
          </a:p>
        </p:txBody>
      </p:sp>
      <p:sp>
        <p:nvSpPr>
          <p:cNvPr id="3" name="Footer Placeholder 2">
            <a:extLst>
              <a:ext uri="{FF2B5EF4-FFF2-40B4-BE49-F238E27FC236}">
                <a16:creationId xmlns:a16="http://schemas.microsoft.com/office/drawing/2014/main" id="{D8AACDC9-944D-47C6-B286-82C86AD94318}"/>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E4EAAC43-3846-4080-B764-AB2DB308C58A}"/>
              </a:ext>
            </a:extLst>
          </p:cNvPr>
          <p:cNvSpPr>
            <a:spLocks noGrp="1"/>
          </p:cNvSpPr>
          <p:nvPr>
            <p:ph type="sldNum" sz="quarter" idx="12"/>
          </p:nvPr>
        </p:nvSpPr>
        <p:spPr/>
        <p:txBody>
          <a:bodyPr/>
          <a:lstStyle/>
          <a:p>
            <a:fld id="{ED6580AB-5C3C-4B4F-8E2A-8B7A0A8CE695}" type="slidenum">
              <a:rPr lang="en-US" smtClean="0"/>
              <a:t>‹#›</a:t>
            </a:fld>
            <a:endParaRPr lang="en-US" dirty="0"/>
          </a:p>
        </p:txBody>
      </p:sp>
    </p:spTree>
    <p:extLst>
      <p:ext uri="{BB962C8B-B14F-4D97-AF65-F5344CB8AC3E}">
        <p14:creationId xmlns:p14="http://schemas.microsoft.com/office/powerpoint/2010/main" val="28213701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F4779-0336-4AFA-B9A7-259EE8BEC1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B82F449-DDC3-4694-81E5-91A4B8F433E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F00A2C4-3B2E-46AC-9605-73F5B2CC1F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6909769-F5A5-4635-BD0C-D6049DEB9632}"/>
              </a:ext>
            </a:extLst>
          </p:cNvPr>
          <p:cNvSpPr>
            <a:spLocks noGrp="1"/>
          </p:cNvSpPr>
          <p:nvPr>
            <p:ph type="dt" sz="half" idx="10"/>
          </p:nvPr>
        </p:nvSpPr>
        <p:spPr/>
        <p:txBody>
          <a:bodyPr/>
          <a:lstStyle/>
          <a:p>
            <a:fld id="{9294036C-9E7C-4FFC-99FA-414B61E345DD}" type="datetimeFigureOut">
              <a:rPr lang="en-US" smtClean="0"/>
              <a:t>8/22/2025</a:t>
            </a:fld>
            <a:endParaRPr lang="en-US" dirty="0"/>
          </a:p>
        </p:txBody>
      </p:sp>
      <p:sp>
        <p:nvSpPr>
          <p:cNvPr id="6" name="Footer Placeholder 5">
            <a:extLst>
              <a:ext uri="{FF2B5EF4-FFF2-40B4-BE49-F238E27FC236}">
                <a16:creationId xmlns:a16="http://schemas.microsoft.com/office/drawing/2014/main" id="{F9252DC3-D3D7-446F-A866-D7820B7BF87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71CDB00-5218-4567-902B-845073BE8753}"/>
              </a:ext>
            </a:extLst>
          </p:cNvPr>
          <p:cNvSpPr>
            <a:spLocks noGrp="1"/>
          </p:cNvSpPr>
          <p:nvPr>
            <p:ph type="sldNum" sz="quarter" idx="12"/>
          </p:nvPr>
        </p:nvSpPr>
        <p:spPr/>
        <p:txBody>
          <a:bodyPr/>
          <a:lstStyle/>
          <a:p>
            <a:fld id="{ED6580AB-5C3C-4B4F-8E2A-8B7A0A8CE695}" type="slidenum">
              <a:rPr lang="en-US" smtClean="0"/>
              <a:t>‹#›</a:t>
            </a:fld>
            <a:endParaRPr lang="en-US" dirty="0"/>
          </a:p>
        </p:txBody>
      </p:sp>
    </p:spTree>
    <p:extLst>
      <p:ext uri="{BB962C8B-B14F-4D97-AF65-F5344CB8AC3E}">
        <p14:creationId xmlns:p14="http://schemas.microsoft.com/office/powerpoint/2010/main" val="17761285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661E4-9FF7-494B-A1C9-C9A1DD7052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D245657-DA21-4769-84F8-88DC644508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A167B310-6692-4981-9CB8-FE79A091FF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DA2C9E-A9AD-4BB9-A691-90BB84F58CE9}"/>
              </a:ext>
            </a:extLst>
          </p:cNvPr>
          <p:cNvSpPr>
            <a:spLocks noGrp="1"/>
          </p:cNvSpPr>
          <p:nvPr>
            <p:ph type="dt" sz="half" idx="10"/>
          </p:nvPr>
        </p:nvSpPr>
        <p:spPr/>
        <p:txBody>
          <a:bodyPr/>
          <a:lstStyle/>
          <a:p>
            <a:fld id="{9294036C-9E7C-4FFC-99FA-414B61E345DD}" type="datetimeFigureOut">
              <a:rPr lang="en-US" smtClean="0"/>
              <a:t>8/22/2025</a:t>
            </a:fld>
            <a:endParaRPr lang="en-US" dirty="0"/>
          </a:p>
        </p:txBody>
      </p:sp>
      <p:sp>
        <p:nvSpPr>
          <p:cNvPr id="6" name="Footer Placeholder 5">
            <a:extLst>
              <a:ext uri="{FF2B5EF4-FFF2-40B4-BE49-F238E27FC236}">
                <a16:creationId xmlns:a16="http://schemas.microsoft.com/office/drawing/2014/main" id="{F4B3D45D-C826-4846-BBFC-A0D98B7E7A2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93516961-40DC-443E-9DB8-3A987DF499A9}"/>
              </a:ext>
            </a:extLst>
          </p:cNvPr>
          <p:cNvSpPr>
            <a:spLocks noGrp="1"/>
          </p:cNvSpPr>
          <p:nvPr>
            <p:ph type="sldNum" sz="quarter" idx="12"/>
          </p:nvPr>
        </p:nvSpPr>
        <p:spPr/>
        <p:txBody>
          <a:bodyPr/>
          <a:lstStyle/>
          <a:p>
            <a:fld id="{ED6580AB-5C3C-4B4F-8E2A-8B7A0A8CE695}" type="slidenum">
              <a:rPr lang="en-US" smtClean="0"/>
              <a:t>‹#›</a:t>
            </a:fld>
            <a:endParaRPr lang="en-US" dirty="0"/>
          </a:p>
        </p:txBody>
      </p:sp>
    </p:spTree>
    <p:extLst>
      <p:ext uri="{BB962C8B-B14F-4D97-AF65-F5344CB8AC3E}">
        <p14:creationId xmlns:p14="http://schemas.microsoft.com/office/powerpoint/2010/main" val="26313338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81C24-32F4-4208-B651-CDCBFCD0312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8B74779-B577-461F-A409-71F6A5A11A0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B044BD-4FA0-432C-95D7-517D2DE8C4B6}"/>
              </a:ext>
            </a:extLst>
          </p:cNvPr>
          <p:cNvSpPr>
            <a:spLocks noGrp="1"/>
          </p:cNvSpPr>
          <p:nvPr>
            <p:ph type="dt" sz="half" idx="10"/>
          </p:nvPr>
        </p:nvSpPr>
        <p:spPr/>
        <p:txBody>
          <a:bodyPr/>
          <a:lstStyle/>
          <a:p>
            <a:fld id="{9294036C-9E7C-4FFC-99FA-414B61E345DD}" type="datetimeFigureOut">
              <a:rPr lang="en-US" smtClean="0"/>
              <a:t>8/22/2025</a:t>
            </a:fld>
            <a:endParaRPr lang="en-US" dirty="0"/>
          </a:p>
        </p:txBody>
      </p:sp>
      <p:sp>
        <p:nvSpPr>
          <p:cNvPr id="5" name="Footer Placeholder 4">
            <a:extLst>
              <a:ext uri="{FF2B5EF4-FFF2-40B4-BE49-F238E27FC236}">
                <a16:creationId xmlns:a16="http://schemas.microsoft.com/office/drawing/2014/main" id="{AD17F283-FE61-4C9A-9E39-74D429C582C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9F9B807-6FE9-4E47-846B-BCB39B7AE2D5}"/>
              </a:ext>
            </a:extLst>
          </p:cNvPr>
          <p:cNvSpPr>
            <a:spLocks noGrp="1"/>
          </p:cNvSpPr>
          <p:nvPr>
            <p:ph type="sldNum" sz="quarter" idx="12"/>
          </p:nvPr>
        </p:nvSpPr>
        <p:spPr/>
        <p:txBody>
          <a:bodyPr/>
          <a:lstStyle/>
          <a:p>
            <a:fld id="{ED6580AB-5C3C-4B4F-8E2A-8B7A0A8CE695}" type="slidenum">
              <a:rPr lang="en-US" smtClean="0"/>
              <a:t>‹#›</a:t>
            </a:fld>
            <a:endParaRPr lang="en-US" dirty="0"/>
          </a:p>
        </p:txBody>
      </p:sp>
    </p:spTree>
    <p:extLst>
      <p:ext uri="{BB962C8B-B14F-4D97-AF65-F5344CB8AC3E}">
        <p14:creationId xmlns:p14="http://schemas.microsoft.com/office/powerpoint/2010/main" val="31039855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42594DD-FFD4-4AA9-BCDA-0BA87C14639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79C2B6E-24EB-42CE-8B4D-3178D08C7EB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C92C56-63F3-4246-AAEE-2FBC89E80248}"/>
              </a:ext>
            </a:extLst>
          </p:cNvPr>
          <p:cNvSpPr>
            <a:spLocks noGrp="1"/>
          </p:cNvSpPr>
          <p:nvPr>
            <p:ph type="dt" sz="half" idx="10"/>
          </p:nvPr>
        </p:nvSpPr>
        <p:spPr/>
        <p:txBody>
          <a:bodyPr/>
          <a:lstStyle/>
          <a:p>
            <a:fld id="{9294036C-9E7C-4FFC-99FA-414B61E345DD}" type="datetimeFigureOut">
              <a:rPr lang="en-US" smtClean="0"/>
              <a:t>8/22/2025</a:t>
            </a:fld>
            <a:endParaRPr lang="en-US" dirty="0"/>
          </a:p>
        </p:txBody>
      </p:sp>
      <p:sp>
        <p:nvSpPr>
          <p:cNvPr id="5" name="Footer Placeholder 4">
            <a:extLst>
              <a:ext uri="{FF2B5EF4-FFF2-40B4-BE49-F238E27FC236}">
                <a16:creationId xmlns:a16="http://schemas.microsoft.com/office/drawing/2014/main" id="{35C10319-C816-40EC-B1D0-FD9748E41D7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854E9AB-6952-407A-9F06-2EB917172FBD}"/>
              </a:ext>
            </a:extLst>
          </p:cNvPr>
          <p:cNvSpPr>
            <a:spLocks noGrp="1"/>
          </p:cNvSpPr>
          <p:nvPr>
            <p:ph type="sldNum" sz="quarter" idx="12"/>
          </p:nvPr>
        </p:nvSpPr>
        <p:spPr/>
        <p:txBody>
          <a:bodyPr/>
          <a:lstStyle/>
          <a:p>
            <a:fld id="{ED6580AB-5C3C-4B4F-8E2A-8B7A0A8CE695}" type="slidenum">
              <a:rPr lang="en-US" smtClean="0"/>
              <a:t>‹#›</a:t>
            </a:fld>
            <a:endParaRPr lang="en-US" dirty="0"/>
          </a:p>
        </p:txBody>
      </p:sp>
    </p:spTree>
    <p:extLst>
      <p:ext uri="{BB962C8B-B14F-4D97-AF65-F5344CB8AC3E}">
        <p14:creationId xmlns:p14="http://schemas.microsoft.com/office/powerpoint/2010/main" val="3603716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E341CFC-63B9-4A19-A8AB-62B9E452AE5E}"/>
              </a:ext>
            </a:extLst>
          </p:cNvPr>
          <p:cNvSpPr>
            <a:spLocks noGrp="1"/>
          </p:cNvSpPr>
          <p:nvPr>
            <p:ph type="title"/>
          </p:nvPr>
        </p:nvSpPr>
        <p:spPr>
          <a:xfrm>
            <a:off x="838200" y="365125"/>
            <a:ext cx="10515600" cy="1325563"/>
          </a:xfrm>
          <a:prstGeom prst="rect">
            <a:avLst/>
          </a:prstGeom>
        </p:spPr>
        <p:txBody>
          <a:bodyPr vert="horz" lIns="0" tIns="0" rIns="0" bIns="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15A838B-134E-40B6-A7E3-1119BB8BF5BD}"/>
              </a:ext>
            </a:extLst>
          </p:cNvPr>
          <p:cNvSpPr>
            <a:spLocks noGrp="1"/>
          </p:cNvSpPr>
          <p:nvPr>
            <p:ph type="body" idx="1"/>
          </p:nvPr>
        </p:nvSpPr>
        <p:spPr>
          <a:xfrm>
            <a:off x="838200" y="1825625"/>
            <a:ext cx="10515600" cy="435133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8943BB-9EAD-4CBC-9CA2-75F70C6B58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94036C-9E7C-4FFC-99FA-414B61E345DD}" type="datetimeFigureOut">
              <a:rPr lang="en-US" smtClean="0"/>
              <a:t>8/22/2025</a:t>
            </a:fld>
            <a:endParaRPr lang="en-US" dirty="0"/>
          </a:p>
        </p:txBody>
      </p:sp>
      <p:sp>
        <p:nvSpPr>
          <p:cNvPr id="5" name="Footer Placeholder 4">
            <a:extLst>
              <a:ext uri="{FF2B5EF4-FFF2-40B4-BE49-F238E27FC236}">
                <a16:creationId xmlns:a16="http://schemas.microsoft.com/office/drawing/2014/main" id="{F204E537-5CBA-4B86-9D30-577B9F741E8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66E79E72-0F12-4646-BCDF-4C9EAA89C26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D6580AB-5C3C-4B4F-8E2A-8B7A0A8CE695}" type="slidenum">
              <a:rPr lang="en-US" smtClean="0"/>
              <a:t>‹#›</a:t>
            </a:fld>
            <a:endParaRPr lang="en-US" dirty="0"/>
          </a:p>
        </p:txBody>
      </p:sp>
    </p:spTree>
    <p:extLst>
      <p:ext uri="{BB962C8B-B14F-4D97-AF65-F5344CB8AC3E}">
        <p14:creationId xmlns:p14="http://schemas.microsoft.com/office/powerpoint/2010/main" val="5543780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6.xml"/><Relationship Id="rId5" Type="http://schemas.openxmlformats.org/officeDocument/2006/relationships/hyperlink" Target="https://en.wikipedia.org/wiki/Lewin%27s_equation" TargetMode="External"/><Relationship Id="rId4" Type="http://schemas.openxmlformats.org/officeDocument/2006/relationships/hyperlink" Target="https://en.wikipedia.org/wiki/Kurt_Lewin"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hidden="1">
            <a:extLst>
              <a:ext uri="{FF2B5EF4-FFF2-40B4-BE49-F238E27FC236}">
                <a16:creationId xmlns:a16="http://schemas.microsoft.com/office/drawing/2014/main" id="{016C325E-5B69-4D07-BBFB-7DB217A69D48}"/>
              </a:ext>
            </a:extLst>
          </p:cNvPr>
          <p:cNvSpPr>
            <a:spLocks noGrp="1"/>
          </p:cNvSpPr>
          <p:nvPr>
            <p:ph type="ctrTitle"/>
          </p:nvPr>
        </p:nvSpPr>
        <p:spPr/>
        <p:txBody>
          <a:bodyPr/>
          <a:lstStyle/>
          <a:p>
            <a:r>
              <a:rPr lang="en-US" dirty="0"/>
              <a:t>Human resources slide 1</a:t>
            </a:r>
          </a:p>
        </p:txBody>
      </p:sp>
      <p:pic>
        <p:nvPicPr>
          <p:cNvPr id="1026" name="Picture 2" descr="Assumptions of Theory X and Theory Y - MyVenturePad.com">
            <a:extLst>
              <a:ext uri="{FF2B5EF4-FFF2-40B4-BE49-F238E27FC236}">
                <a16:creationId xmlns:a16="http://schemas.microsoft.com/office/drawing/2014/main" id="{BCE39A1D-FA60-10D6-CDF6-D048FEACDF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3476" y="283819"/>
            <a:ext cx="11172496" cy="60921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43563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815E537-4AB4-4445-A3AC-40D738EDF3DC}"/>
              </a:ext>
            </a:extLst>
          </p:cNvPr>
          <p:cNvSpPr txBox="1"/>
          <p:nvPr/>
        </p:nvSpPr>
        <p:spPr>
          <a:xfrm>
            <a:off x="1835462" y="1753498"/>
            <a:ext cx="4845708" cy="615553"/>
          </a:xfrm>
          <a:prstGeom prst="rect">
            <a:avLst/>
          </a:prstGeom>
          <a:noFill/>
        </p:spPr>
        <p:txBody>
          <a:bodyPr wrap="square" lIns="0" tIns="0" rIns="0" bIns="0" rtlCol="0">
            <a:spAutoFit/>
          </a:bodyPr>
          <a:lstStyle/>
          <a:p>
            <a:r>
              <a:rPr lang="en-US" sz="4000" b="1" dirty="0">
                <a:cs typeface="Segoe UI" panose="020B0502040204020203" pitchFamily="34" charset="0"/>
              </a:rPr>
              <a:t>AGENDA</a:t>
            </a:r>
          </a:p>
        </p:txBody>
      </p:sp>
      <p:sp>
        <p:nvSpPr>
          <p:cNvPr id="22" name="Oval 21">
            <a:extLst>
              <a:ext uri="{FF2B5EF4-FFF2-40B4-BE49-F238E27FC236}">
                <a16:creationId xmlns:a16="http://schemas.microsoft.com/office/drawing/2014/main" id="{E7D1D117-BC5C-430A-9FEB-B231E691511F}"/>
              </a:ext>
              <a:ext uri="{C183D7F6-B498-43B3-948B-1728B52AA6E4}">
                <adec:decorative xmlns:adec="http://schemas.microsoft.com/office/drawing/2017/decorative" val="1"/>
              </a:ext>
            </a:extLst>
          </p:cNvPr>
          <p:cNvSpPr/>
          <p:nvPr/>
        </p:nvSpPr>
        <p:spPr>
          <a:xfrm>
            <a:off x="713852" y="6330880"/>
            <a:ext cx="52754" cy="5275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Oval 22">
            <a:extLst>
              <a:ext uri="{FF2B5EF4-FFF2-40B4-BE49-F238E27FC236}">
                <a16:creationId xmlns:a16="http://schemas.microsoft.com/office/drawing/2014/main" id="{2577E8EA-5E95-41C5-8BE8-EE647DE2613A}"/>
              </a:ext>
              <a:ext uri="{C183D7F6-B498-43B3-948B-1728B52AA6E4}">
                <adec:decorative xmlns:adec="http://schemas.microsoft.com/office/drawing/2017/decorative" val="1"/>
              </a:ext>
            </a:extLst>
          </p:cNvPr>
          <p:cNvSpPr/>
          <p:nvPr/>
        </p:nvSpPr>
        <p:spPr>
          <a:xfrm>
            <a:off x="713852" y="567838"/>
            <a:ext cx="52754" cy="5275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itle 14" hidden="1">
            <a:extLst>
              <a:ext uri="{FF2B5EF4-FFF2-40B4-BE49-F238E27FC236}">
                <a16:creationId xmlns:a16="http://schemas.microsoft.com/office/drawing/2014/main" id="{1B710331-53CB-4E4F-A9D3-D1E190EEAEE4}"/>
              </a:ext>
            </a:extLst>
          </p:cNvPr>
          <p:cNvSpPr>
            <a:spLocks noGrp="1"/>
          </p:cNvSpPr>
          <p:nvPr>
            <p:ph type="title"/>
          </p:nvPr>
        </p:nvSpPr>
        <p:spPr/>
        <p:txBody>
          <a:bodyPr/>
          <a:lstStyle/>
          <a:p>
            <a:r>
              <a:rPr lang="en-US" dirty="0"/>
              <a:t>Human resources slide 2</a:t>
            </a:r>
          </a:p>
        </p:txBody>
      </p:sp>
      <p:sp>
        <p:nvSpPr>
          <p:cNvPr id="25" name="TextBox 24">
            <a:extLst>
              <a:ext uri="{FF2B5EF4-FFF2-40B4-BE49-F238E27FC236}">
                <a16:creationId xmlns:a16="http://schemas.microsoft.com/office/drawing/2014/main" id="{9EC063D6-EA6F-E92D-20EE-8E38308EE737}"/>
              </a:ext>
            </a:extLst>
          </p:cNvPr>
          <p:cNvSpPr txBox="1"/>
          <p:nvPr/>
        </p:nvSpPr>
        <p:spPr>
          <a:xfrm>
            <a:off x="614855" y="2803322"/>
            <a:ext cx="5081751" cy="1754326"/>
          </a:xfrm>
          <a:prstGeom prst="rect">
            <a:avLst/>
          </a:prstGeom>
          <a:noFill/>
        </p:spPr>
        <p:txBody>
          <a:bodyPr wrap="square">
            <a:spAutoFit/>
          </a:bodyPr>
          <a:lstStyle/>
          <a:p>
            <a:r>
              <a:rPr lang="en-US" b="0" i="0" dirty="0">
                <a:effectLst/>
              </a:rPr>
              <a:t>The "agenda" of McGregor's Theory X and Theory Y isn't about specific tasks or steps, but rather </a:t>
            </a:r>
            <a:r>
              <a:rPr lang="en-US" dirty="0"/>
              <a:t>the underlying beliefs and assumptions managers hold about their employees' motivations, which in turn shape their management style and the resulting workplace dynamics</a:t>
            </a:r>
            <a:r>
              <a:rPr lang="en-US" b="0" i="0" dirty="0">
                <a:effectLst/>
              </a:rPr>
              <a:t>.</a:t>
            </a:r>
            <a:endParaRPr lang="en-IN" dirty="0"/>
          </a:p>
        </p:txBody>
      </p:sp>
      <p:pic>
        <p:nvPicPr>
          <p:cNvPr id="3074" name="Picture 2">
            <a:extLst>
              <a:ext uri="{FF2B5EF4-FFF2-40B4-BE49-F238E27FC236}">
                <a16:creationId xmlns:a16="http://schemas.microsoft.com/office/drawing/2014/main" id="{86583E8C-E901-FB93-18EF-3EF18ED2AB5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74890" y="0"/>
            <a:ext cx="6617110" cy="6858000"/>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5238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hidden="1">
            <a:extLst>
              <a:ext uri="{FF2B5EF4-FFF2-40B4-BE49-F238E27FC236}">
                <a16:creationId xmlns:a16="http://schemas.microsoft.com/office/drawing/2014/main" id="{8336C4B5-E15C-4086-8FF8-C33A073734A2}"/>
              </a:ext>
            </a:extLst>
          </p:cNvPr>
          <p:cNvSpPr>
            <a:spLocks noGrp="1"/>
          </p:cNvSpPr>
          <p:nvPr>
            <p:ph type="title"/>
          </p:nvPr>
        </p:nvSpPr>
        <p:spPr/>
        <p:txBody>
          <a:bodyPr/>
          <a:lstStyle/>
          <a:p>
            <a:r>
              <a:rPr lang="en-US" dirty="0"/>
              <a:t>Human resources slide 7</a:t>
            </a:r>
          </a:p>
        </p:txBody>
      </p:sp>
      <p:pic>
        <p:nvPicPr>
          <p:cNvPr id="5" name="Picture 4">
            <a:extLst>
              <a:ext uri="{FF2B5EF4-FFF2-40B4-BE49-F238E27FC236}">
                <a16:creationId xmlns:a16="http://schemas.microsoft.com/office/drawing/2014/main" id="{FBCDD93D-9541-54A2-2EB4-61543315AB1A}"/>
              </a:ext>
            </a:extLst>
          </p:cNvPr>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21637695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hidden="1">
            <a:extLst>
              <a:ext uri="{FF2B5EF4-FFF2-40B4-BE49-F238E27FC236}">
                <a16:creationId xmlns:a16="http://schemas.microsoft.com/office/drawing/2014/main" id="{2784E464-B64A-4614-9350-2C88DBD46AB5}"/>
              </a:ext>
            </a:extLst>
          </p:cNvPr>
          <p:cNvSpPr>
            <a:spLocks noGrp="1"/>
          </p:cNvSpPr>
          <p:nvPr>
            <p:ph type="title"/>
          </p:nvPr>
        </p:nvSpPr>
        <p:spPr/>
        <p:txBody>
          <a:bodyPr/>
          <a:lstStyle/>
          <a:p>
            <a:r>
              <a:rPr lang="en-US" dirty="0"/>
              <a:t>Human resources slide 5</a:t>
            </a:r>
          </a:p>
        </p:txBody>
      </p:sp>
      <p:pic>
        <p:nvPicPr>
          <p:cNvPr id="3" name="Picture 2">
            <a:extLst>
              <a:ext uri="{FF2B5EF4-FFF2-40B4-BE49-F238E27FC236}">
                <a16:creationId xmlns:a16="http://schemas.microsoft.com/office/drawing/2014/main" id="{ADF5A876-90A6-D4DE-0906-0FCBBE7F46A4}"/>
              </a:ext>
            </a:extLst>
          </p:cNvPr>
          <p:cNvPicPr>
            <a:picLocks noChangeAspect="1"/>
          </p:cNvPicPr>
          <p:nvPr/>
        </p:nvPicPr>
        <p:blipFill>
          <a:blip r:embed="rId3"/>
          <a:stretch>
            <a:fillRect/>
          </a:stretch>
        </p:blipFill>
        <p:spPr>
          <a:xfrm>
            <a:off x="467033" y="70669"/>
            <a:ext cx="10505767" cy="6566105"/>
          </a:xfrm>
          <a:prstGeom prst="rect">
            <a:avLst/>
          </a:prstGeom>
        </p:spPr>
      </p:pic>
    </p:spTree>
    <p:extLst>
      <p:ext uri="{BB962C8B-B14F-4D97-AF65-F5344CB8AC3E}">
        <p14:creationId xmlns:p14="http://schemas.microsoft.com/office/powerpoint/2010/main" val="37400253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hidden="1">
            <a:extLst>
              <a:ext uri="{FF2B5EF4-FFF2-40B4-BE49-F238E27FC236}">
                <a16:creationId xmlns:a16="http://schemas.microsoft.com/office/drawing/2014/main" id="{5A790B0A-0491-4358-8078-EF85845DE09F}"/>
              </a:ext>
            </a:extLst>
          </p:cNvPr>
          <p:cNvSpPr>
            <a:spLocks noGrp="1"/>
          </p:cNvSpPr>
          <p:nvPr>
            <p:ph type="title"/>
          </p:nvPr>
        </p:nvSpPr>
        <p:spPr/>
        <p:txBody>
          <a:bodyPr/>
          <a:lstStyle/>
          <a:p>
            <a:r>
              <a:rPr lang="en-US" dirty="0"/>
              <a:t>Human resources slide 6</a:t>
            </a:r>
          </a:p>
        </p:txBody>
      </p:sp>
      <p:pic>
        <p:nvPicPr>
          <p:cNvPr id="5" name="Picture 4">
            <a:extLst>
              <a:ext uri="{FF2B5EF4-FFF2-40B4-BE49-F238E27FC236}">
                <a16:creationId xmlns:a16="http://schemas.microsoft.com/office/drawing/2014/main" id="{1049B22F-CF98-13AD-519E-1B1C36692E3C}"/>
              </a:ext>
            </a:extLst>
          </p:cNvPr>
          <p:cNvPicPr>
            <a:picLocks noChangeAspect="1"/>
          </p:cNvPicPr>
          <p:nvPr/>
        </p:nvPicPr>
        <p:blipFill>
          <a:blip r:embed="rId3"/>
          <a:stretch>
            <a:fillRect/>
          </a:stretch>
        </p:blipFill>
        <p:spPr>
          <a:xfrm>
            <a:off x="693174" y="199717"/>
            <a:ext cx="10279626" cy="6424767"/>
          </a:xfrm>
          <a:prstGeom prst="rect">
            <a:avLst/>
          </a:prstGeom>
        </p:spPr>
      </p:pic>
    </p:spTree>
    <p:extLst>
      <p:ext uri="{BB962C8B-B14F-4D97-AF65-F5344CB8AC3E}">
        <p14:creationId xmlns:p14="http://schemas.microsoft.com/office/powerpoint/2010/main" val="21320683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Title 52" hidden="1">
            <a:extLst>
              <a:ext uri="{FF2B5EF4-FFF2-40B4-BE49-F238E27FC236}">
                <a16:creationId xmlns:a16="http://schemas.microsoft.com/office/drawing/2014/main" id="{6BCAF586-A14B-4A3B-A249-655ADDBB3A4C}"/>
              </a:ext>
            </a:extLst>
          </p:cNvPr>
          <p:cNvSpPr>
            <a:spLocks noGrp="1"/>
          </p:cNvSpPr>
          <p:nvPr>
            <p:ph type="title"/>
          </p:nvPr>
        </p:nvSpPr>
        <p:spPr/>
        <p:txBody>
          <a:bodyPr/>
          <a:lstStyle/>
          <a:p>
            <a:r>
              <a:rPr lang="en-US" dirty="0"/>
              <a:t>Human resources slide 8</a:t>
            </a:r>
          </a:p>
        </p:txBody>
      </p:sp>
      <p:pic>
        <p:nvPicPr>
          <p:cNvPr id="2050" name="Picture 2" descr="Theory X or Theory Y people? Or Environment?">
            <a:extLst>
              <a:ext uri="{FF2B5EF4-FFF2-40B4-BE49-F238E27FC236}">
                <a16:creationId xmlns:a16="http://schemas.microsoft.com/office/drawing/2014/main" id="{A16F2FD3-E299-733C-FFB2-263BF7A91D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942" y="1342104"/>
            <a:ext cx="6414934" cy="5361793"/>
          </a:xfrm>
          <a:prstGeom prst="rect">
            <a:avLst/>
          </a:prstGeom>
          <a:noFill/>
          <a:extLst>
            <a:ext uri="{909E8E84-426E-40DD-AFC4-6F175D3DCCD1}">
              <a14:hiddenFill xmlns:a14="http://schemas.microsoft.com/office/drawing/2010/main">
                <a:solidFill>
                  <a:srgbClr val="FFFFFF"/>
                </a:solidFill>
              </a14:hiddenFill>
            </a:ext>
          </a:extLst>
        </p:spPr>
      </p:pic>
      <p:sp>
        <p:nvSpPr>
          <p:cNvPr id="52" name="TextBox 51">
            <a:extLst>
              <a:ext uri="{FF2B5EF4-FFF2-40B4-BE49-F238E27FC236}">
                <a16:creationId xmlns:a16="http://schemas.microsoft.com/office/drawing/2014/main" id="{15CA9AB4-B2E7-584D-1EC9-642AE8576EEB}"/>
              </a:ext>
            </a:extLst>
          </p:cNvPr>
          <p:cNvSpPr txBox="1"/>
          <p:nvPr/>
        </p:nvSpPr>
        <p:spPr>
          <a:xfrm>
            <a:off x="2344994" y="353962"/>
            <a:ext cx="6961238" cy="830997"/>
          </a:xfrm>
          <a:prstGeom prst="rect">
            <a:avLst/>
          </a:prstGeom>
          <a:noFill/>
        </p:spPr>
        <p:txBody>
          <a:bodyPr wrap="square">
            <a:spAutoFit/>
          </a:bodyPr>
          <a:lstStyle/>
          <a:p>
            <a:r>
              <a:rPr lang="en-US" sz="2400" b="1" i="0" dirty="0">
                <a:effectLst/>
              </a:rPr>
              <a:t>In 1936 </a:t>
            </a:r>
            <a:r>
              <a:rPr lang="en-US" sz="2400" b="1" i="0" u="sng" dirty="0">
                <a:effectLst/>
                <a:hlinkClick r:id="rId4">
                  <a:extLst>
                    <a:ext uri="{A12FA001-AC4F-418D-AE19-62706E023703}">
                      <ahyp:hlinkClr xmlns:ahyp="http://schemas.microsoft.com/office/drawing/2018/hyperlinkcolor" val="tx"/>
                    </a:ext>
                  </a:extLst>
                </a:hlinkClick>
              </a:rPr>
              <a:t>Kurt Lewin</a:t>
            </a:r>
            <a:r>
              <a:rPr lang="en-US" sz="2400" b="1" i="0" dirty="0">
                <a:effectLst/>
              </a:rPr>
              <a:t>, German-American psychologist, came up with </a:t>
            </a:r>
            <a:r>
              <a:rPr lang="en-US" sz="2400" b="1" i="0" u="sng" dirty="0">
                <a:effectLst/>
                <a:hlinkClick r:id="rId5">
                  <a:extLst>
                    <a:ext uri="{A12FA001-AC4F-418D-AE19-62706E023703}">
                      <ahyp:hlinkClr xmlns:ahyp="http://schemas.microsoft.com/office/drawing/2018/hyperlinkcolor" val="tx"/>
                    </a:ext>
                  </a:extLst>
                </a:hlinkClick>
              </a:rPr>
              <a:t>the behavior equation</a:t>
            </a:r>
            <a:r>
              <a:rPr lang="en-US" sz="2400" b="1" i="0" dirty="0">
                <a:effectLst/>
              </a:rPr>
              <a:t> </a:t>
            </a:r>
            <a:r>
              <a:rPr lang="en-US" sz="2400" b="1" i="1" dirty="0">
                <a:effectLst/>
              </a:rPr>
              <a:t>“B = f(P, E)”.</a:t>
            </a:r>
            <a:endParaRPr lang="en-IN" sz="2400" b="1" dirty="0"/>
          </a:p>
        </p:txBody>
      </p:sp>
      <p:sp>
        <p:nvSpPr>
          <p:cNvPr id="55" name="TextBox 54">
            <a:extLst>
              <a:ext uri="{FF2B5EF4-FFF2-40B4-BE49-F238E27FC236}">
                <a16:creationId xmlns:a16="http://schemas.microsoft.com/office/drawing/2014/main" id="{66E02689-29A7-AF00-FA98-F9CAD02DAF25}"/>
              </a:ext>
            </a:extLst>
          </p:cNvPr>
          <p:cNvSpPr txBox="1"/>
          <p:nvPr/>
        </p:nvSpPr>
        <p:spPr>
          <a:xfrm>
            <a:off x="7241460" y="2227007"/>
            <a:ext cx="4483508" cy="2677656"/>
          </a:xfrm>
          <a:prstGeom prst="rect">
            <a:avLst/>
          </a:prstGeom>
          <a:noFill/>
        </p:spPr>
        <p:txBody>
          <a:bodyPr wrap="square">
            <a:spAutoFit/>
          </a:bodyPr>
          <a:lstStyle/>
          <a:p>
            <a:r>
              <a:rPr lang="en-US" sz="2400" b="0" i="0" dirty="0">
                <a:effectLst/>
              </a:rPr>
              <a:t>It states that an individual’s behavior (</a:t>
            </a:r>
            <a:r>
              <a:rPr lang="en-US" sz="2400" b="0" i="1" dirty="0">
                <a:effectLst/>
              </a:rPr>
              <a:t>B</a:t>
            </a:r>
            <a:r>
              <a:rPr lang="en-US" sz="2400" b="0" i="0" dirty="0">
                <a:effectLst/>
              </a:rPr>
              <a:t>) is a function (</a:t>
            </a:r>
            <a:r>
              <a:rPr lang="en-US" sz="2400" b="0" i="1" dirty="0">
                <a:effectLst/>
              </a:rPr>
              <a:t>f</a:t>
            </a:r>
            <a:r>
              <a:rPr lang="en-US" sz="2400" b="0" i="0" dirty="0">
                <a:effectLst/>
              </a:rPr>
              <a:t>) of the person (</a:t>
            </a:r>
            <a:r>
              <a:rPr lang="en-US" sz="2400" b="0" i="1" dirty="0">
                <a:effectLst/>
              </a:rPr>
              <a:t>P</a:t>
            </a:r>
            <a:r>
              <a:rPr lang="en-US" sz="2400" b="0" i="0" dirty="0">
                <a:effectLst/>
              </a:rPr>
              <a:t>), including their history, personality and motivation, and their environment (</a:t>
            </a:r>
            <a:r>
              <a:rPr lang="en-US" sz="2400" b="0" i="1" dirty="0">
                <a:effectLst/>
              </a:rPr>
              <a:t>E</a:t>
            </a:r>
            <a:r>
              <a:rPr lang="en-US" sz="2400" b="0" i="0" dirty="0">
                <a:effectLst/>
              </a:rPr>
              <a:t>), which includes both their physical and social surroundings.</a:t>
            </a:r>
            <a:endParaRPr lang="en-IN" sz="2400" dirty="0"/>
          </a:p>
        </p:txBody>
      </p:sp>
    </p:spTree>
    <p:extLst>
      <p:ext uri="{BB962C8B-B14F-4D97-AF65-F5344CB8AC3E}">
        <p14:creationId xmlns:p14="http://schemas.microsoft.com/office/powerpoint/2010/main" val="22253848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24" hidden="1">
            <a:extLst>
              <a:ext uri="{FF2B5EF4-FFF2-40B4-BE49-F238E27FC236}">
                <a16:creationId xmlns:a16="http://schemas.microsoft.com/office/drawing/2014/main" id="{24922840-A8AD-427F-889C-2B79CACC872F}"/>
              </a:ext>
            </a:extLst>
          </p:cNvPr>
          <p:cNvSpPr>
            <a:spLocks noGrp="1"/>
          </p:cNvSpPr>
          <p:nvPr>
            <p:ph type="title"/>
          </p:nvPr>
        </p:nvSpPr>
        <p:spPr/>
        <p:txBody>
          <a:bodyPr/>
          <a:lstStyle/>
          <a:p>
            <a:r>
              <a:rPr lang="en-US" dirty="0"/>
              <a:t>Human resources slide 10</a:t>
            </a:r>
          </a:p>
        </p:txBody>
      </p:sp>
      <p:sp>
        <p:nvSpPr>
          <p:cNvPr id="3" name="TextBox 2">
            <a:extLst>
              <a:ext uri="{FF2B5EF4-FFF2-40B4-BE49-F238E27FC236}">
                <a16:creationId xmlns:a16="http://schemas.microsoft.com/office/drawing/2014/main" id="{9436B850-15F2-41BC-A54E-6E0F332F011D}"/>
              </a:ext>
            </a:extLst>
          </p:cNvPr>
          <p:cNvSpPr txBox="1"/>
          <p:nvPr/>
        </p:nvSpPr>
        <p:spPr>
          <a:xfrm>
            <a:off x="6883269" y="4552259"/>
            <a:ext cx="4845708" cy="1661993"/>
          </a:xfrm>
          <a:prstGeom prst="rect">
            <a:avLst/>
          </a:prstGeom>
          <a:noFill/>
        </p:spPr>
        <p:txBody>
          <a:bodyPr wrap="square" lIns="0" tIns="0" rIns="0" bIns="0" rtlCol="0">
            <a:spAutoFit/>
          </a:bodyPr>
          <a:lstStyle/>
          <a:p>
            <a:r>
              <a:rPr lang="en-US" sz="5400" b="1" dirty="0">
                <a:solidFill>
                  <a:srgbClr val="002060"/>
                </a:solidFill>
                <a:cs typeface="Segoe UI" panose="020B0502040204020203" pitchFamily="34" charset="0"/>
              </a:rPr>
              <a:t>Thank You</a:t>
            </a:r>
            <a:br>
              <a:rPr lang="en-US" sz="5400" b="1" dirty="0">
                <a:solidFill>
                  <a:srgbClr val="002060"/>
                </a:solidFill>
                <a:latin typeface="Segoe UI" panose="020B0502040204020203" pitchFamily="34" charset="0"/>
                <a:cs typeface="Segoe UI" panose="020B0502040204020203" pitchFamily="34" charset="0"/>
              </a:rPr>
            </a:br>
            <a:r>
              <a:rPr lang="en-US" sz="5400" b="1" dirty="0">
                <a:solidFill>
                  <a:srgbClr val="002060"/>
                </a:solidFill>
                <a:latin typeface="Segoe UI" panose="020B0502040204020203" pitchFamily="34" charset="0"/>
                <a:cs typeface="Segoe UI" panose="020B0502040204020203" pitchFamily="34" charset="0"/>
              </a:rPr>
              <a:t>           </a:t>
            </a:r>
            <a:r>
              <a:rPr lang="en-US" sz="2000" b="1" dirty="0">
                <a:solidFill>
                  <a:srgbClr val="002060"/>
                </a:solidFill>
                <a:cs typeface="Segoe UI" panose="020B0502040204020203" pitchFamily="34" charset="0"/>
              </a:rPr>
              <a:t>-By Chinnam. Pravalika</a:t>
            </a:r>
          </a:p>
        </p:txBody>
      </p:sp>
      <p:sp>
        <p:nvSpPr>
          <p:cNvPr id="17" name="TextBox 16">
            <a:extLst>
              <a:ext uri="{FF2B5EF4-FFF2-40B4-BE49-F238E27FC236}">
                <a16:creationId xmlns:a16="http://schemas.microsoft.com/office/drawing/2014/main" id="{A0FCB737-96A9-AF41-A46A-55072DD98B71}"/>
              </a:ext>
            </a:extLst>
          </p:cNvPr>
          <p:cNvSpPr txBox="1"/>
          <p:nvPr/>
        </p:nvSpPr>
        <p:spPr>
          <a:xfrm>
            <a:off x="471948" y="1445342"/>
            <a:ext cx="6666271" cy="3046988"/>
          </a:xfrm>
          <a:prstGeom prst="rect">
            <a:avLst/>
          </a:prstGeom>
          <a:noFill/>
        </p:spPr>
        <p:txBody>
          <a:bodyPr wrap="square">
            <a:spAutoFit/>
          </a:bodyPr>
          <a:lstStyle/>
          <a:p>
            <a:r>
              <a:rPr lang="en-US" sz="2400" b="0" i="0" dirty="0">
                <a:effectLst/>
              </a:rPr>
              <a:t>The above discussion has presented McGregor’s Theory X and Theory Y as a unique model for guiding organizational goals and activities. Employees should be aware of the issues, gaps, and strengths associated with it in order to apply it effectively depending on the targeted situation. The ultimate objective is to increase profitability or maximize personal achievements</a:t>
            </a:r>
            <a:r>
              <a:rPr lang="en-US" sz="2400" b="0" i="0" dirty="0">
                <a:solidFill>
                  <a:srgbClr val="1F2024"/>
                </a:solidFill>
                <a:effectLst/>
              </a:rPr>
              <a:t>.</a:t>
            </a:r>
            <a:endParaRPr lang="en-IN" sz="2400" dirty="0"/>
          </a:p>
        </p:txBody>
      </p:sp>
      <p:pic>
        <p:nvPicPr>
          <p:cNvPr id="4098" name="Picture 2" descr="Royalty-Free Vector Graphics &amp; Clip Art ...">
            <a:extLst>
              <a:ext uri="{FF2B5EF4-FFF2-40B4-BE49-F238E27FC236}">
                <a16:creationId xmlns:a16="http://schemas.microsoft.com/office/drawing/2014/main" id="{08BB8573-D6A4-277D-39CC-BF46AF37AC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35730" y="2395359"/>
            <a:ext cx="2552854" cy="210843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3d Lazy Sleeping Emoji With Full Body ...">
            <a:extLst>
              <a:ext uri="{FF2B5EF4-FFF2-40B4-BE49-F238E27FC236}">
                <a16:creationId xmlns:a16="http://schemas.microsoft.com/office/drawing/2014/main" id="{03E9D4E2-5BE1-1829-83F2-C917005134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75989" y="0"/>
            <a:ext cx="2492476" cy="24652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2568571"/>
      </p:ext>
    </p:extLst>
  </p:cSld>
  <p:clrMapOvr>
    <a:masterClrMapping/>
  </p:clrMapOvr>
</p:sld>
</file>

<file path=ppt/theme/theme1.xml><?xml version="1.0" encoding="utf-8"?>
<a:theme xmlns:a="http://schemas.openxmlformats.org/drawingml/2006/main" name="Office Theme">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Reflection">
      <a:fillStyleLst>
        <a:solidFill>
          <a:schemeClr val="phClr"/>
        </a:solidFill>
        <a:gradFill rotWithShape="1">
          <a:gsLst>
            <a:gs pos="0">
              <a:schemeClr val="phClr">
                <a:tint val="50000"/>
                <a:alpha val="100000"/>
                <a:satMod val="140000"/>
                <a:lumMod val="105000"/>
              </a:schemeClr>
            </a:gs>
            <a:gs pos="41000">
              <a:schemeClr val="phClr">
                <a:tint val="57000"/>
                <a:satMod val="160000"/>
                <a:lumMod val="99000"/>
              </a:schemeClr>
            </a:gs>
            <a:gs pos="100000">
              <a:schemeClr val="phClr">
                <a:tint val="80000"/>
                <a:satMod val="180000"/>
                <a:lumMod val="104000"/>
              </a:schemeClr>
            </a:gs>
          </a:gsLst>
          <a:lin ang="5400000" scaled="1"/>
        </a:gradFill>
        <a:gradFill rotWithShape="1">
          <a:gsLst>
            <a:gs pos="0">
              <a:schemeClr val="phClr">
                <a:tint val="97000"/>
                <a:satMod val="115000"/>
                <a:lumMod val="114000"/>
              </a:schemeClr>
            </a:gs>
            <a:gs pos="60000">
              <a:schemeClr val="phClr">
                <a:tint val="100000"/>
                <a:shade val="96000"/>
                <a:satMod val="100000"/>
                <a:lumMod val="108000"/>
              </a:schemeClr>
            </a:gs>
            <a:gs pos="100000">
              <a:schemeClr val="phClr">
                <a:shade val="91000"/>
                <a:sat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38100" dist="25400" dir="5400000" rotWithShape="0">
              <a:srgbClr val="000000">
                <a:alpha val="28000"/>
              </a:srgbClr>
            </a:outerShdw>
          </a:effectLst>
        </a:effectStyle>
        <a:effectStyle>
          <a:effectLst>
            <a:outerShdw blurRad="50800" dist="31750" dir="5400000" sy="98000" rotWithShape="0">
              <a:srgbClr val="000000">
                <a:alpha val="47000"/>
              </a:srgbClr>
            </a:outerShdw>
          </a:effectLst>
          <a:scene3d>
            <a:camera prst="orthographicFront">
              <a:rot lat="0" lon="0" rev="0"/>
            </a:camera>
            <a:lightRig rig="twoPt" dir="t">
              <a:rot lat="0" lon="0" rev="4800000"/>
            </a:lightRig>
          </a:scene3d>
          <a:sp3d prstMaterial="matte">
            <a:bevelT w="25400" h="44450"/>
          </a:sp3d>
        </a:effectStyle>
        <a:effectStyle>
          <a:effectLst>
            <a:reflection blurRad="25400" stA="32000" endPos="28000" dist="8889" dir="5400000" sy="-100000" rotWithShape="0"/>
          </a:effectLst>
          <a:scene3d>
            <a:camera prst="orthographicFront">
              <a:rot lat="0" lon="0" rev="0"/>
            </a:camera>
            <a:lightRig rig="threePt" dir="t">
              <a:rot lat="0" lon="0" rev="4800000"/>
            </a:lightRig>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33668227_win32_fixed" id="{17DD1A52-D3DE-4BC7-AB4E-5ED952CBB3F4}" vid="{D8C85220-06A0-4E3D-954C-BC12E2647BF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3516AB37-D7B9-4507-B21E-5D459905C6C0}">
  <ds:schemaRefs>
    <ds:schemaRef ds:uri="http://schemas.microsoft.com/sharepoint/v3/contenttype/forms"/>
  </ds:schemaRefs>
</ds:datastoreItem>
</file>

<file path=customXml/itemProps2.xml><?xml version="1.0" encoding="utf-8"?>
<ds:datastoreItem xmlns:ds="http://schemas.openxmlformats.org/officeDocument/2006/customXml" ds:itemID="{0AA17EA8-7A9B-4350-B9C2-AA100F76C2E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E40622C-5D03-4258-98D9-CB4F18C7FADE}">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Props/app.xml><?xml version="1.0" encoding="utf-8"?>
<Properties xmlns="http://schemas.openxmlformats.org/officeDocument/2006/extended-properties" xmlns:vt="http://schemas.openxmlformats.org/officeDocument/2006/docPropsVTypes">
  <Template>Human resources, from 24Slides</Template>
  <TotalTime>99</TotalTime>
  <Words>220</Words>
  <Application>Microsoft Office PowerPoint</Application>
  <PresentationFormat>Widescreen</PresentationFormat>
  <Paragraphs>21</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Calibri Light</vt:lpstr>
      <vt:lpstr>Segoe UI</vt:lpstr>
      <vt:lpstr>Office Theme</vt:lpstr>
      <vt:lpstr>Human resources slide 1</vt:lpstr>
      <vt:lpstr>Human resources slide 2</vt:lpstr>
      <vt:lpstr>Human resources slide 7</vt:lpstr>
      <vt:lpstr>Human resources slide 5</vt:lpstr>
      <vt:lpstr>Human resources slide 6</vt:lpstr>
      <vt:lpstr>Human resources slide 8</vt:lpstr>
      <vt:lpstr>Human resources 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Chinnam Pravalika</dc:creator>
  <cp:lastModifiedBy>Chinnam Pravalika</cp:lastModifiedBy>
  <cp:revision>1</cp:revision>
  <dcterms:created xsi:type="dcterms:W3CDTF">2025-08-22T13:02:27Z</dcterms:created>
  <dcterms:modified xsi:type="dcterms:W3CDTF">2025-08-22T14:41:56Z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