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Goal-Setting Practices &amp; Performance Improvement</a:t>
            </a:r>
          </a:p>
          <a:p>
            <a:r>
              <a:t>OB Capstone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Goal-setting practices fail to improve performance.</a:t>
            </a:r>
          </a:p>
          <a:p>
            <a:r>
              <a:t>How can organizational goal systems be redesigned?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&amp;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Importance of goal-setting</a:t>
            </a:r>
          </a:p>
          <a:p>
            <a:r>
              <a:t>Common failures</a:t>
            </a:r>
          </a:p>
          <a:p>
            <a:r>
              <a:t>Impact on performance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 Theory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Locke &amp; Latham’s Goal-Setting Theory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 Theory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Self-Determination Theory (SDT)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Evaluate current goal-setting issues</a:t>
            </a:r>
          </a:p>
          <a:p>
            <a:r>
              <a:t>2. Identify behavioural gaps</a:t>
            </a:r>
          </a:p>
          <a:p>
            <a:r>
              <a:t>3. Propose redesigned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Primary data: 20 respondents</a:t>
            </a:r>
          </a:p>
          <a:p>
            <a:r>
              <a:t>Survey + interviews</a:t>
            </a:r>
          </a:p>
          <a:p>
            <a:r>
              <a:t>Quantitative &amp; qualitative analysis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Questionnaire on clarity, feedback, motivation, autonomy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Analysis – Chart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Graph will be added in final based on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Analysis – Chart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Graph will be added in final based on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behavioural patterns</a:t>
            </a:r>
          </a:p>
          <a:p>
            <a:r>
              <a:t>Motivation gaps</a:t>
            </a:r>
          </a:p>
          <a:p>
            <a:r>
              <a:t>Feedback issues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Behavioural 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 autonomy</a:t>
            </a:r>
          </a:p>
          <a:p>
            <a:r>
              <a:t>Unclear goals</a:t>
            </a:r>
          </a:p>
          <a:p>
            <a:r>
              <a:t>Lack of ongoing feedback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Interventions /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SMART+ model</a:t>
            </a:r>
          </a:p>
          <a:p>
            <a:r>
              <a:t>Continuous feedback loops</a:t>
            </a:r>
          </a:p>
          <a:p>
            <a:r>
              <a:t>Aligned cascading goals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Redesigned goal system improves motivation &amp; performance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 textbooks</a:t>
            </a:r>
          </a:p>
          <a:p>
            <a:r>
              <a:t>Peer-reviewed articles</a:t>
            </a:r>
          </a:p>
          <a:p>
            <a:r>
              <a:t>Survey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