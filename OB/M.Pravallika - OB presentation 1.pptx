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56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14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2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23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68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8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94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30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1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88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4631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82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6288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4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145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00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EEA14-35CD-4530-9436-4088E1574B73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C4A1A24-72B9-4773-BFEA-7B4830CE7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225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AF10D-6D95-0E7A-6091-0FF103C69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339074"/>
            <a:ext cx="10058400" cy="100453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 Black" panose="020B0A04020102020204" pitchFamily="34" charset="0"/>
              </a:rPr>
              <a:t>THEORY X AND THEORY Y : UNDERSTANDING MANAGEMENT STYLES 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ED2F1-018E-9632-1D57-8D5EE7601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564" y="1560933"/>
            <a:ext cx="4777863" cy="3029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13AF6A-E7D9-DA62-2331-B85542A4F57A}"/>
              </a:ext>
            </a:extLst>
          </p:cNvPr>
          <p:cNvSpPr txBox="1"/>
          <p:nvPr/>
        </p:nvSpPr>
        <p:spPr>
          <a:xfrm>
            <a:off x="7584902" y="5125227"/>
            <a:ext cx="4049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M. Pravallika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PGDM, Batch 2025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Organizational Behavior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Prof. K.L Revathi 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7B01E8-21C2-F201-7A1C-93FEB22C3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257" y="3315089"/>
            <a:ext cx="4847565" cy="30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8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7ED8-A113-900C-C2F9-B7336456E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94" y="347478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WHAT ARE THEORY X AND THEORY Y?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8F947-8028-7D83-80E7-4E603C383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849" y="1418253"/>
            <a:ext cx="8534400" cy="433873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X assumes employees dislike work, are lazy, avoid responsibility, and need strict supervision and control to perform.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Y assumes employees enjoy work, are self-motivated, seek responsibility, and can work independently with trust from managers.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X managers use authoritarian, micromanaging styles with rewards and punishments to motivate employees.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Y managers use participative, supportive styles, encouraging creativity and involvement in decision-making.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X is suited to routine, controlled environments; Theory Y fits innovative, collaborative workplaces.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CDAC2-1749-CF26-4FE4-9056A6E8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53" y="3929550"/>
            <a:ext cx="2593910" cy="266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0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BBBA-BF54-1C03-D0FA-FEE43450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6928" y="540134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THEORY X – KEY POINTS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6D2D7-62BD-1E06-F3B3-7065C54B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934" y="1695062"/>
            <a:ext cx="8915400" cy="377762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employees naturally dislike work and will avoid it whenever possible.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Believes employees lack ambition, avoid responsibility, and need to be closely supervised.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Thinks employees need external motivation through rewards or punishments to perform.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style is authoritarian, relying on strict control and supervision.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environments with repetitive tasks or where tight control is necessary, like factories or assembly lines.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AAFCD-211D-2BEB-12EA-7C8A47F9B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147" y="4519454"/>
            <a:ext cx="3068188" cy="219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6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EB61-CA2E-99C6-D6F8-3A6B2534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3581" y="55826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THEORY Y -  KEY POINTS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B50B2-0CC0-7487-5762-5471D0E4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987" y="1667068"/>
            <a:ext cx="8915400" cy="377762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employees are self-motivated, enjoy their work, and seek responsibility.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Believes employees can be creative, take initiative, and work independently.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style is participative and supportive, encouraging collaboration.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Trusts employees to make decisions and contribute ideas to improve the workplace.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jobs requiring innovation, creativity, and employee involvement.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022CF-AB6D-79AC-87B6-F15B6613B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172" y="4786604"/>
            <a:ext cx="3688429" cy="192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5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C355-807F-D724-FD94-33C073BC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235" y="512142"/>
            <a:ext cx="8911687" cy="128089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EXAMPLES OF THEORY X AND THEORY Y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5EBB2F-B23D-D020-C54A-12F628E3F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048" y="1539875"/>
            <a:ext cx="5010053" cy="33400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B4AC94-FB6E-A47B-A84B-9E9D0499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714" y="1537568"/>
            <a:ext cx="5010053" cy="3342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7C59BD-D15E-74A4-D243-B6EE01F402AA}"/>
              </a:ext>
            </a:extLst>
          </p:cNvPr>
          <p:cNvSpPr txBox="1"/>
          <p:nvPr/>
        </p:nvSpPr>
        <p:spPr>
          <a:xfrm>
            <a:off x="1393218" y="5197151"/>
            <a:ext cx="4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Theory X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57C5F-D6F2-C5E7-01DD-625D38C88579}"/>
              </a:ext>
            </a:extLst>
          </p:cNvPr>
          <p:cNvSpPr txBox="1"/>
          <p:nvPr/>
        </p:nvSpPr>
        <p:spPr>
          <a:xfrm>
            <a:off x="6895322" y="5197151"/>
            <a:ext cx="404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Theory Y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42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5DDF-A098-6008-D358-71E34934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267" y="437497"/>
            <a:ext cx="8911687" cy="128089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THE SHIFT AND ITS BENEFITS 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416AA-6A03-A4CA-C826-592C8E4D8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191" y="1540189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Control to Trust: Managers move from closely supervising and controlling employees (Theory X) to trusting them to work independently and take responsibility (Theory Y).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Pessimism to Optimism: Instead of assuming employees dislike work and avoid responsibility, managers believe employees are motivated, enjoy work, and seek growth.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Directive to Participative: Managers begin involving employees in decision-making and encourage them to share ideas and creativity.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Extrinsic to Intrinsic Motivation: The focus shifts from rewards and punishments to fostering personal fulfillment and job satisfaction.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24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7E9DD-8F74-1802-D3AA-D9B93C0AB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539" y="1359158"/>
            <a:ext cx="8915400" cy="377762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Employee Motivation and Engagement: Employees feel valued and trusted, leading to higher effort and productivity.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Creativity and Innovation: Employee involvement sparks new ideas and problem-solving.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Workplace Culture: More open communication and collaboration lead to job satisfaction and lower turnover.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Loyalty and Retention: Empowered employees are more committed to the company’s success.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Use of Talent: Utilizing employees’ skills and knowledge enhances performance and growth.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BB4BA-BF5F-2AB2-091C-08DEF09F7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628" y="4873218"/>
            <a:ext cx="2327598" cy="1780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BB6F5A-93B7-D76B-A1D2-AC18CB9F4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6840" y="4873219"/>
            <a:ext cx="2236198" cy="178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E51C-18CB-BFA2-C9B7-85F2E1F0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6118"/>
            <a:ext cx="8911687" cy="128089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WHEN TO USE EACH THEORY 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DF9B-24F2-1BBF-12C2-1CA94DE0B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292" y="2006720"/>
            <a:ext cx="8915400" cy="377762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When to Use Theory X: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environments that require strict supervision and control, such as manufacturing, factories, or assembly lines.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 tasks are routine, repetitive, and require precision without deviation.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 high-risk or safety-critical industries (e.g., nuclear plants, military, air traffic control) where compliance is essential.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 crises or emergency situations demanding quick, top-down decisions.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managing inexperienced or untrained employees who need close guidance.</a:t>
            </a:r>
          </a:p>
        </p:txBody>
      </p:sp>
    </p:spTree>
    <p:extLst>
      <p:ext uri="{BB962C8B-B14F-4D97-AF65-F5344CB8AC3E}">
        <p14:creationId xmlns:p14="http://schemas.microsoft.com/office/powerpoint/2010/main" val="3960189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2110E-05B3-4D14-0E23-014134B44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952361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When to Use Theory 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workplaces that depend on creativity, innovation, and problem-solving, such as tech companies, design studios, or research organizations.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employees are knowledgeable, skilled, and motivated to take initiative.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 professional, service-oriented and collaborative environments, promoting teamwork.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fostering a positive workplace culture that encourages participation and employee development.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 employee engagement and job satisfaction through trust and autonomy.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should assess the situation and blend both theories as needed for optimal results, applying Theory X where control is necessary, and Theory Y to empower and motivate.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914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24E15-7D91-345C-2D0F-FCF705E9A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391" y="2753168"/>
            <a:ext cx="8915400" cy="3777622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latin typeface="Arial Black" panose="020B0A04020102020204" pitchFamily="34" charset="0"/>
              </a:rPr>
              <a:t>ENGAGING QUESTION ??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38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7314-ACD6-27CE-ECAF-97BF8ADC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FD6E5D-5C38-F130-DB92-7EB5E5BB5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5236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88</TotalTime>
  <Words>683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Century Gothic</vt:lpstr>
      <vt:lpstr>Times New Roman</vt:lpstr>
      <vt:lpstr>Wingdings 3</vt:lpstr>
      <vt:lpstr>Wisp</vt:lpstr>
      <vt:lpstr>THEORY X AND THEORY Y : UNDERSTANDING MANAGEMENT STYLES </vt:lpstr>
      <vt:lpstr>WHAT ARE THEORY X AND THEORY Y?</vt:lpstr>
      <vt:lpstr>THEORY X – KEY POINTS</vt:lpstr>
      <vt:lpstr>THEORY Y -  KEY POINTS</vt:lpstr>
      <vt:lpstr>EXAMPLES OF THEORY X AND THEORY Y</vt:lpstr>
      <vt:lpstr>THE SHIFT AND ITS BENEFITS </vt:lpstr>
      <vt:lpstr>PowerPoint Presentation</vt:lpstr>
      <vt:lpstr>WHEN TO USE EACH THEORY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6</cp:revision>
  <dcterms:created xsi:type="dcterms:W3CDTF">2025-08-21T14:34:46Z</dcterms:created>
  <dcterms:modified xsi:type="dcterms:W3CDTF">2025-08-21T16:03:25Z</dcterms:modified>
</cp:coreProperties>
</file>